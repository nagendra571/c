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Language – Beginner Friendly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Taught Slowly, Clearly, and Patiently</a:t>
            </a:r>
          </a:p>
          <a:p>
            <a:r>
              <a:t>For Absolute Beginners (7th Grade Level)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prior computer knowledge assumed</a:t>
            </a:r>
          </a:p>
          <a:p>
            <a:r>
              <a:t>• Focus on understanding, not marks</a:t>
            </a:r>
          </a:p>
          <a:p>
            <a:r>
              <a:t>• Step-by-step learning</a:t>
            </a:r>
          </a:p>
          <a:p>
            <a:r>
              <a:t>• Real-life examples</a:t>
            </a:r>
          </a:p>
          <a:p>
            <a:r>
              <a:t>• Small challenges &amp; repetition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0: Computer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 Computer?</a:t>
            </a:r>
          </a:p>
          <a:p>
            <a:r>
              <a:t>• Parts of a Computer</a:t>
            </a:r>
          </a:p>
          <a:p>
            <a:r>
              <a:t>• What is Software?</a:t>
            </a:r>
          </a:p>
          <a:p>
            <a:r>
              <a:t>• What is Programming?</a:t>
            </a:r>
          </a:p>
          <a:p>
            <a:r>
              <a:t>• Why Programming?</a:t>
            </a:r>
          </a:p>
          <a:p>
            <a:r>
              <a:t>• What is C Language?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1: Getting Ready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 Program?</a:t>
            </a:r>
          </a:p>
          <a:p>
            <a:r>
              <a:t>• What is a Compiler?</a:t>
            </a:r>
          </a:p>
          <a:p>
            <a:r>
              <a:t>• Installing C Compiler</a:t>
            </a:r>
          </a:p>
          <a:p>
            <a:r>
              <a:t>• First C Program (Hello World)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2: Memory &amp;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Memory?</a:t>
            </a:r>
          </a:p>
          <a:p>
            <a:r>
              <a:t>• Variables</a:t>
            </a:r>
          </a:p>
          <a:p>
            <a:r>
              <a:t>• Data Types</a:t>
            </a:r>
          </a:p>
          <a:p>
            <a:r>
              <a:t>• Naming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3: Operators &amp;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Arithmetic Operators</a:t>
            </a:r>
          </a:p>
          <a:p>
            <a:r>
              <a:t>• Expressions</a:t>
            </a:r>
          </a:p>
          <a:p>
            <a:r>
              <a:t>• Simple Calculator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4: Input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printf()</a:t>
            </a:r>
          </a:p>
          <a:p>
            <a:r>
              <a:t>• scanf()</a:t>
            </a:r>
          </a:p>
          <a:p>
            <a:r>
              <a:t>• Interactive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5: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if statement</a:t>
            </a:r>
          </a:p>
          <a:p>
            <a:r>
              <a:t>• if–else</a:t>
            </a:r>
          </a:p>
          <a:p>
            <a:r>
              <a:t>• Nested conditions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6: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Why loops?</a:t>
            </a:r>
          </a:p>
          <a:p>
            <a:r>
              <a:t>• while loop</a:t>
            </a:r>
          </a:p>
          <a:p>
            <a:r>
              <a:t>• for loop</a:t>
            </a:r>
          </a:p>
          <a:p>
            <a:r>
              <a:t>• do-while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7: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an Array?</a:t>
            </a:r>
          </a:p>
          <a:p>
            <a:r>
              <a:t>• Arrays with loops</a:t>
            </a:r>
          </a:p>
          <a:p>
            <a:r>
              <a:t>• Simple programs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8: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 Function?</a:t>
            </a:r>
          </a:p>
          <a:p>
            <a:r>
              <a:t>• User-defined functions</a:t>
            </a:r>
          </a:p>
          <a:p>
            <a:r>
              <a:t>• Parameters &amp; return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9: Pointers (Gentle Intro)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an Address?</a:t>
            </a:r>
          </a:p>
          <a:p>
            <a:r>
              <a:t>• Pointer basics</a:t>
            </a:r>
          </a:p>
          <a:p>
            <a:r>
              <a:t>• Simple pointer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10: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 File?</a:t>
            </a:r>
          </a:p>
          <a:p>
            <a:r>
              <a:t>• Writing to a file</a:t>
            </a:r>
          </a:p>
          <a:p>
            <a:r>
              <a:t>• Reading from a 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C fundamentals</a:t>
            </a:r>
          </a:p>
          <a:p>
            <a:r>
              <a:t>• Logical thinking</a:t>
            </a:r>
          </a:p>
          <a:p>
            <a:r>
              <a:t>• Confidence in programming</a:t>
            </a:r>
          </a:p>
          <a:p>
            <a:r>
              <a:t>• Ready for advanced topics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