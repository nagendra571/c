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Does a Computer Understand 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Lesson Objective:</a:t>
            </a:r>
          </a:p>
          <a:p>
            <a:r>
              <a:t>• Understand how C programs run</a:t>
            </a:r>
          </a:p>
          <a:p>
            <a:r>
              <a:t>• Learn what a compiler is</a:t>
            </a:r>
          </a:p>
          <a:p>
            <a:r>
              <a:t>• Remove fear of compilation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Computer understands only 0 and 1</a:t>
            </a:r>
          </a:p>
          <a:p>
            <a:r>
              <a:t>• C language is written by humans</a:t>
            </a:r>
          </a:p>
          <a:p>
            <a:r>
              <a:t>• How does computer understand C?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Compiler?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compiler is a translator</a:t>
            </a:r>
          </a:p>
          <a:p>
            <a:r>
              <a:t>• Translates C language into machine language</a:t>
            </a:r>
          </a:p>
          <a:p>
            <a:r>
              <a:t>• Machine language = 0 and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Translator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You speak English</a:t>
            </a:r>
          </a:p>
          <a:p>
            <a:r>
              <a:t>• Friend understands Telugu</a:t>
            </a:r>
          </a:p>
          <a:p>
            <a:r>
              <a:t>• Translator helps communication</a:t>
            </a:r>
          </a:p>
          <a:p>
            <a:r>
              <a:t>• Compiler works the same 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Restaurant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You order food</a:t>
            </a:r>
          </a:p>
          <a:p>
            <a:r>
              <a:t>• Waiter translates order</a:t>
            </a:r>
          </a:p>
          <a:p>
            <a:r>
              <a:t>• Chef understands kitchen language</a:t>
            </a:r>
          </a:p>
          <a:p>
            <a:r>
              <a:t>• Compiler translates C to computer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Step-by-Step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Write C program</a:t>
            </a:r>
          </a:p>
          <a:p>
            <a:r>
              <a:t>2. Compiler reads code</a:t>
            </a:r>
          </a:p>
          <a:p>
            <a:r>
              <a:t>3. Compiler checks errors</a:t>
            </a:r>
          </a:p>
          <a:p>
            <a:r>
              <a:t>4. Converts to 0 and 1</a:t>
            </a:r>
          </a:p>
          <a:p>
            <a:r>
              <a:t>5. Computer runs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Compilation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Program (.c)</a:t>
            </a:r>
          </a:p>
          <a:p>
            <a:r>
              <a:t>↓</a:t>
            </a:r>
          </a:p>
          <a:p>
            <a:r>
              <a:t>Compiler</a:t>
            </a:r>
          </a:p>
          <a:p>
            <a:r>
              <a:t>↓</a:t>
            </a:r>
          </a:p>
          <a:p>
            <a:r>
              <a:t>Machine Code</a:t>
            </a:r>
          </a:p>
          <a:p>
            <a:r>
              <a:t>↓</a:t>
            </a:r>
          </a:p>
          <a:p>
            <a:r>
              <a:t>Computer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Errors Are Helpful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Compiler finds mistakes</a:t>
            </a:r>
          </a:p>
          <a:p>
            <a:r>
              <a:t>• Errors teach us</a:t>
            </a:r>
          </a:p>
          <a:p>
            <a:r>
              <a:t>• Everyone gets errors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Computer cannot read C directly</a:t>
            </a:r>
          </a:p>
          <a:p>
            <a:r>
              <a:t>• Compiler is mandatory</a:t>
            </a:r>
          </a:p>
          <a:p>
            <a:r>
              <a:t>• No compiler = no program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Compiler is a translator</a:t>
            </a:r>
          </a:p>
          <a:p>
            <a:r>
              <a:t>• Converts C to machine code</a:t>
            </a:r>
          </a:p>
          <a:p>
            <a:r>
              <a:t>• Helps computer understand programs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