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4" d="100"/>
          <a:sy n="64" d="100"/>
        </p:scale>
        <p:origin x="1566" y="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Lesson 7: Taking Input from User (scanf)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Lesson Objective:</a:t>
            </a:r>
          </a:p>
          <a:p>
            <a:r>
              <a:rPr dirty="0"/>
              <a:t>Understand what input means</a:t>
            </a:r>
          </a:p>
          <a:p>
            <a:r>
              <a:rPr dirty="0"/>
              <a:t>Learn </a:t>
            </a:r>
            <a:r>
              <a:rPr dirty="0" err="1"/>
              <a:t>scanf</a:t>
            </a:r>
            <a:r>
              <a:rPr dirty="0"/>
              <a:t>() slowly</a:t>
            </a:r>
          </a:p>
          <a:p>
            <a:r>
              <a:rPr dirty="0"/>
              <a:t>Make programs interactive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is Input?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Input means information given to computer</a:t>
            </a:r>
          </a:p>
          <a:p>
            <a:r>
              <a:rPr dirty="0"/>
              <a:t>Example: typing age, name, number</a:t>
            </a:r>
          </a:p>
          <a:p>
            <a:r>
              <a:rPr dirty="0"/>
              <a:t>Until now programs had fixed values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is scanf()?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err="1"/>
              <a:t>scanf</a:t>
            </a:r>
            <a:r>
              <a:rPr dirty="0"/>
              <a:t>() listens to the user</a:t>
            </a:r>
          </a:p>
          <a:p>
            <a:r>
              <a:rPr dirty="0"/>
              <a:t>Takes input from keyboard</a:t>
            </a:r>
          </a:p>
          <a:p>
            <a:r>
              <a:rPr dirty="0"/>
              <a:t>Stores input in memory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printf vs scanf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err="1"/>
              <a:t>printf</a:t>
            </a:r>
            <a:r>
              <a:rPr dirty="0"/>
              <a:t>() → speaks to user</a:t>
            </a:r>
          </a:p>
          <a:p>
            <a:r>
              <a:rPr dirty="0" err="1"/>
              <a:t>scanf</a:t>
            </a:r>
            <a:r>
              <a:rPr dirty="0"/>
              <a:t>() → listens to user</a:t>
            </a:r>
          </a:p>
          <a:p>
            <a:r>
              <a:rPr dirty="0"/>
              <a:t>Both are equally important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We Need a Variable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int age;</a:t>
            </a:r>
          </a:p>
          <a:p>
            <a:r>
              <a:rPr dirty="0"/>
              <a:t>Variable is a memory box</a:t>
            </a:r>
          </a:p>
          <a:p>
            <a:r>
              <a:rPr dirty="0"/>
              <a:t>Input is stored inside it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Basic scanf Syntax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err="1"/>
              <a:t>scanf</a:t>
            </a:r>
            <a:r>
              <a:rPr dirty="0"/>
              <a:t>("%d", </a:t>
            </a:r>
            <a:r>
              <a:rPr u="sng" dirty="0">
                <a:solidFill>
                  <a:schemeClr val="accent3">
                    <a:lumMod val="50000"/>
                  </a:schemeClr>
                </a:solidFill>
                <a:highlight>
                  <a:srgbClr val="FFFF00"/>
                </a:highlight>
              </a:rPr>
              <a:t>&amp;</a:t>
            </a:r>
            <a:r>
              <a:rPr dirty="0"/>
              <a:t>age);</a:t>
            </a:r>
          </a:p>
          <a:p>
            <a:r>
              <a:rPr dirty="0"/>
              <a:t>%d → integer</a:t>
            </a:r>
          </a:p>
          <a:p>
            <a:r>
              <a:rPr dirty="0"/>
              <a:t>age → variable</a:t>
            </a:r>
          </a:p>
          <a:p>
            <a:r>
              <a:rPr dirty="0"/>
              <a:t>&amp; → address of variable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Use &amp; (Address)?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Computer needs exact location</a:t>
            </a:r>
          </a:p>
          <a:p>
            <a:r>
              <a:rPr dirty="0"/>
              <a:t>Like giving house address</a:t>
            </a:r>
          </a:p>
          <a:p>
            <a:r>
              <a:rPr dirty="0"/>
              <a:t>Not just house name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Complete Example Program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#include &lt;stdio.h&gt;</a:t>
            </a:r>
          </a:p>
          <a:p>
            <a:endParaRPr/>
          </a:p>
          <a:p>
            <a:r>
              <a:t>int main() {</a:t>
            </a:r>
          </a:p>
          <a:p>
            <a:r>
              <a:t>  int age;</a:t>
            </a:r>
          </a:p>
          <a:p>
            <a:r>
              <a:t>  printf("Enter your age: ");</a:t>
            </a:r>
          </a:p>
          <a:p>
            <a:r>
              <a:t>  scanf("%d", &amp;age);</a:t>
            </a:r>
          </a:p>
          <a:p>
            <a:r>
              <a:t>  printf("You are %d years old", age);</a:t>
            </a:r>
          </a:p>
          <a:p>
            <a:r>
              <a:t>  return 0;</a:t>
            </a:r>
          </a:p>
          <a:p>
            <a:r>
              <a:t>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Program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1. Program asks for age</a:t>
            </a:r>
          </a:p>
          <a:p>
            <a:r>
              <a:rPr dirty="0"/>
              <a:t>2. User types number</a:t>
            </a:r>
          </a:p>
          <a:p>
            <a:r>
              <a:rPr dirty="0"/>
              <a:t>3. </a:t>
            </a:r>
            <a:r>
              <a:rPr dirty="0" err="1"/>
              <a:t>scanf</a:t>
            </a:r>
            <a:r>
              <a:rPr dirty="0"/>
              <a:t> stores value</a:t>
            </a:r>
            <a:r>
              <a:rPr lang="en-US" dirty="0"/>
              <a:t> in the given address</a:t>
            </a:r>
            <a:endParaRPr dirty="0"/>
          </a:p>
          <a:p>
            <a:r>
              <a:rPr dirty="0"/>
              <a:t>4. </a:t>
            </a:r>
            <a:r>
              <a:rPr dirty="0" err="1"/>
              <a:t>printf</a:t>
            </a:r>
            <a:r>
              <a:rPr dirty="0"/>
              <a:t> displays result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Common Beginner Mistakes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Forgetting &amp; symbol</a:t>
            </a:r>
          </a:p>
          <a:p>
            <a:r>
              <a:t>• Using wrong % format</a:t>
            </a:r>
          </a:p>
          <a:p>
            <a:r>
              <a:t>• Not declaring variable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scanf() takes input</a:t>
            </a:r>
          </a:p>
          <a:p>
            <a:r>
              <a:t>• Variables store data</a:t>
            </a:r>
          </a:p>
          <a:p>
            <a:r>
              <a:t>• Programs become interactive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253</Words>
  <Application>Microsoft Office PowerPoint</Application>
  <PresentationFormat>On-screen Show (4:3)</PresentationFormat>
  <Paragraphs>53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Lesson 7: Taking Input from User (scanf)</vt:lpstr>
      <vt:lpstr>What is Input?</vt:lpstr>
      <vt:lpstr>What is scanf()?</vt:lpstr>
      <vt:lpstr>printf vs scanf</vt:lpstr>
      <vt:lpstr>We Need a Variable First</vt:lpstr>
      <vt:lpstr>Basic scanf Syntax</vt:lpstr>
      <vt:lpstr>Why Use &amp; (Address)?</vt:lpstr>
      <vt:lpstr>Complete Example Program</vt:lpstr>
      <vt:lpstr>How Program Works</vt:lpstr>
      <vt:lpstr>Common Beginner Mistakes</vt:lpstr>
      <vt:lpstr>Key Takeaways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Chinnam, Nagendra</cp:lastModifiedBy>
  <cp:revision>10</cp:revision>
  <dcterms:created xsi:type="dcterms:W3CDTF">2013-01-27T09:14:16Z</dcterms:created>
  <dcterms:modified xsi:type="dcterms:W3CDTF">2026-04-16T02:19:51Z</dcterms:modified>
  <cp:category/>
</cp:coreProperties>
</file>