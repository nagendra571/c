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7: Taking Input from User (scanf)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Understand what input means</a:t>
            </a:r>
          </a:p>
          <a:p>
            <a:r>
              <a:t>• Learn scanf() slowly</a:t>
            </a:r>
          </a:p>
          <a:p>
            <a:r>
              <a:t>• Make programs interactive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Input?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 means information given to computer</a:t>
            </a:r>
          </a:p>
          <a:p>
            <a:r>
              <a:t>• Example: typing age, name, number</a:t>
            </a:r>
          </a:p>
          <a:p>
            <a:r>
              <a:t>• Until now programs had fixed values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scanf()?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scanf() listens to the user</a:t>
            </a:r>
          </a:p>
          <a:p>
            <a:r>
              <a:t>• Takes input from keyboard</a:t>
            </a:r>
          </a:p>
          <a:p>
            <a:r>
              <a:t>• Stores input in memory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printf vs scanf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printf() → speaks to user</a:t>
            </a:r>
          </a:p>
          <a:p>
            <a:r>
              <a:t>• scanf() → listens to user</a:t>
            </a:r>
          </a:p>
          <a:p>
            <a:r>
              <a:t>• Both are equally important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Need a Variable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age;</a:t>
            </a:r>
          </a:p>
          <a:p>
            <a:r>
              <a:t>• Variable is a memory box</a:t>
            </a:r>
          </a:p>
          <a:p>
            <a:r>
              <a:t>• Input is stored inside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scanf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scanf("%d", &amp;age);</a:t>
            </a:r>
          </a:p>
          <a:p>
            <a:r>
              <a:t>• %d → integer</a:t>
            </a:r>
          </a:p>
          <a:p>
            <a:r>
              <a:t>• age → variable</a:t>
            </a:r>
          </a:p>
          <a:p>
            <a:r>
              <a:t>• &amp; → address of variable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&amp; (Address)?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Computer needs exact location</a:t>
            </a:r>
          </a:p>
          <a:p>
            <a:r>
              <a:t>• Like giving house address</a:t>
            </a:r>
          </a:p>
          <a:p>
            <a:r>
              <a:t>• Not just house 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 Example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int main() {</a:t>
            </a:r>
          </a:p>
          <a:p>
            <a:r>
              <a:t>  int age;</a:t>
            </a:r>
          </a:p>
          <a:p>
            <a:r>
              <a:t>  printf("Enter your age: ");</a:t>
            </a:r>
          </a:p>
          <a:p>
            <a:r>
              <a:t>  scanf("%d", &amp;age);</a:t>
            </a:r>
          </a:p>
          <a:p>
            <a:r>
              <a:t>  printf("You are %d years old", age);</a:t>
            </a:r>
          </a:p>
          <a:p>
            <a:r>
              <a:t>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Program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Program asks for age</a:t>
            </a:r>
          </a:p>
          <a:p>
            <a:r>
              <a:t>2. User types number</a:t>
            </a:r>
          </a:p>
          <a:p>
            <a:r>
              <a:t>3. scanf stores value</a:t>
            </a:r>
          </a:p>
          <a:p>
            <a:r>
              <a:t>4. printf displays result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Beginner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Forgetting &amp; symbol</a:t>
            </a:r>
          </a:p>
          <a:p>
            <a:r>
              <a:t>• Using wrong % format</a:t>
            </a:r>
          </a:p>
          <a:p>
            <a:r>
              <a:t>• Not declaring variable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scanf() takes input</a:t>
            </a:r>
          </a:p>
          <a:p>
            <a:r>
              <a:t>• Variables store data</a:t>
            </a:r>
          </a:p>
          <a:p>
            <a:r>
              <a:t>• Programs become interactive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