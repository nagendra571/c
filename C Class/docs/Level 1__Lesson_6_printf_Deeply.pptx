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printf()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Lesson Objective:</a:t>
            </a:r>
          </a:p>
          <a:p>
            <a:r>
              <a:rPr dirty="0"/>
              <a:t>Learn what </a:t>
            </a:r>
            <a:r>
              <a:rPr dirty="0" err="1"/>
              <a:t>printf</a:t>
            </a:r>
            <a:r>
              <a:rPr dirty="0"/>
              <a:t>() does</a:t>
            </a:r>
          </a:p>
          <a:p>
            <a:r>
              <a:rPr dirty="0"/>
              <a:t>Print text and numbers</a:t>
            </a:r>
          </a:p>
          <a:p>
            <a:r>
              <a:rPr dirty="0"/>
              <a:t>Use new lines properly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printf()?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printf</a:t>
            </a:r>
            <a:r>
              <a:rPr dirty="0"/>
              <a:t>() prints output on screen</a:t>
            </a:r>
          </a:p>
          <a:p>
            <a:r>
              <a:rPr dirty="0"/>
              <a:t>• Helps program talk to user</a:t>
            </a:r>
          </a:p>
          <a:p>
            <a:r>
              <a:rPr dirty="0"/>
              <a:t>• Without </a:t>
            </a:r>
            <a:r>
              <a:rPr dirty="0" err="1"/>
              <a:t>printf</a:t>
            </a:r>
            <a:r>
              <a:rPr dirty="0"/>
              <a:t>(), program is silent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Printing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printf</a:t>
            </a:r>
            <a:r>
              <a:rPr dirty="0"/>
              <a:t>("Hello World");</a:t>
            </a:r>
          </a:p>
          <a:p>
            <a:r>
              <a:t>Text </a:t>
            </a:r>
            <a:r>
              <a:rPr dirty="0"/>
              <a:t>must be inside double quotes</a:t>
            </a:r>
          </a:p>
          <a:p>
            <a:r>
              <a:t>Prints </a:t>
            </a:r>
            <a:r>
              <a:rPr dirty="0"/>
              <a:t>exactly what you write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Printing New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\n means new line</a:t>
            </a:r>
          </a:p>
          <a:p>
            <a:r>
              <a:t>• Similar to pressing Enter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printf("%d", 10);</a:t>
            </a:r>
          </a:p>
          <a:p>
            <a:r>
              <a:t>• %d is used for numbers</a:t>
            </a:r>
          </a:p>
          <a:p>
            <a:r>
              <a:t>• Acts like a 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+ Number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printf("I am %d years old", 12);</a:t>
            </a:r>
          </a:p>
          <a:p>
            <a:r>
              <a:t>• %d replaced by number</a:t>
            </a:r>
          </a:p>
          <a:p>
            <a:r>
              <a:t>• Very powerful feature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quotes</a:t>
            </a:r>
          </a:p>
          <a:p>
            <a:r>
              <a:t>• Missing %d</a:t>
            </a:r>
          </a:p>
          <a:p>
            <a:r>
              <a:t>• Missing semicolon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printf() prints output</a:t>
            </a:r>
          </a:p>
          <a:p>
            <a:r>
              <a:t>• %d for numbers</a:t>
            </a:r>
          </a:p>
          <a:p>
            <a:r>
              <a:t>• \n for new 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151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Understanding printf()</vt:lpstr>
      <vt:lpstr>What is printf()?</vt:lpstr>
      <vt:lpstr>Printing Text</vt:lpstr>
      <vt:lpstr>Printing New Line</vt:lpstr>
      <vt:lpstr>Printing Numbers</vt:lpstr>
      <vt:lpstr>Text + Number Together</vt:lpstr>
      <vt:lpstr>Common Mistakes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Chinnam, Nagendra</cp:lastModifiedBy>
  <cp:revision>3</cp:revision>
  <dcterms:created xsi:type="dcterms:W3CDTF">2013-01-27T09:14:16Z</dcterms:created>
  <dcterms:modified xsi:type="dcterms:W3CDTF">2026-04-01T01:58:41Z</dcterms:modified>
  <cp:category/>
</cp:coreProperties>
</file>