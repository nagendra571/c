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11: Taking int, float, char Input 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Take a breath.</a:t>
            </a:r>
          </a:p>
          <a:p>
            <a:r>
              <a:t>You’re doing really, really well.</a:t>
            </a:r>
          </a:p>
          <a:p/>
          <a:p>
            <a:r>
              <a:t>In this lesson, everything connects together.</a:t>
            </a:r>
          </a:p>
          <a:p>
            <a:r>
              <a:t>We’ll calmly learn how the computer listens to us.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We Trying To Do?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goal is very simple:</a:t>
            </a:r>
          </a:p>
          <a:p/>
          <a:p>
            <a:r>
              <a:t>• Ask the user for information</a:t>
            </a:r>
          </a:p>
          <a:p>
            <a:r>
              <a:t>• Listen carefully</a:t>
            </a:r>
          </a:p>
          <a:p>
            <a:r>
              <a:t>• Store the information</a:t>
            </a:r>
          </a:p>
          <a:p>
            <a:r>
              <a:t>• Use it later</a:t>
            </a:r>
          </a:p>
          <a:p/>
          <a:p>
            <a:r>
              <a:t>No tricks. No rush 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Rule (Very Important)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Before taking input,</a:t>
            </a:r>
          </a:p>
          <a:p>
            <a:r>
              <a:t>👉 we MUST create variables.</a:t>
            </a:r>
          </a:p>
          <a:p/>
          <a:p>
            <a:r>
              <a:t>No box ❌ → nowhere to store data.</a:t>
            </a:r>
          </a:p>
          <a:p/>
          <a:p>
            <a:r>
              <a:t>So first we create boxes.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the Boxes 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 age;</a:t>
            </a:r>
          </a:p>
          <a:p>
            <a:r>
              <a:t>float weight;</a:t>
            </a:r>
          </a:p>
          <a:p>
            <a:r>
              <a:t>char grade;</a:t>
            </a:r>
          </a:p>
          <a:p/>
          <a:p>
            <a:r>
              <a:t>Right now:</a:t>
            </a:r>
          </a:p>
          <a:p>
            <a:r>
              <a:t>• Boxes exist</a:t>
            </a:r>
          </a:p>
          <a:p>
            <a:r>
              <a:t>• Boxes are empty</a:t>
            </a:r>
          </a:p>
          <a:p>
            <a:r>
              <a:t>That’s perfectly fine 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Taking int Input (Revision)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scanf("%d", &amp;age);</a:t>
            </a:r>
          </a:p>
          <a:p/>
          <a:p>
            <a:r>
              <a:t>%d → whole number</a:t>
            </a:r>
          </a:p>
          <a:p>
            <a:r>
              <a:t>&amp;age → address of the box</a:t>
            </a:r>
          </a:p>
          <a:p/>
          <a:p>
            <a:r>
              <a:t>You already know this 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Taking float 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scanf("%f", &amp;weight);</a:t>
            </a:r>
          </a:p>
          <a:p/>
          <a:p>
            <a:r>
              <a:t>%f → decimal number</a:t>
            </a:r>
          </a:p>
          <a:p>
            <a:r>
              <a:t>&amp;weight → address of float box</a:t>
            </a:r>
          </a:p>
          <a:p/>
          <a:p>
            <a:r>
              <a:t>Very similar to int 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Taking char Input (Important ⚠️)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scanf(" %c", &amp;grade);</a:t>
            </a:r>
          </a:p>
          <a:p/>
          <a:p>
            <a:r>
              <a:t>Notice the SPACE before %c.</a:t>
            </a:r>
          </a:p>
          <a:p/>
          <a:p>
            <a:r>
              <a:t>That space tells the computer:</a:t>
            </a:r>
          </a:p>
          <a:p>
            <a:r>
              <a:t>👉 Ignore leftover Enter key.</a:t>
            </a:r>
          </a:p>
          <a:p/>
          <a:p>
            <a:r>
              <a:t>For now, just remember this calmly 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 Program (Read Slowly)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#include &lt;stdio.h&gt;</a:t>
            </a:r>
          </a:p>
          <a:p/>
          <a:p>
            <a:r>
              <a:t>int main() {</a:t>
            </a:r>
          </a:p>
          <a:p>
            <a:r>
              <a:t>  int age;</a:t>
            </a:r>
          </a:p>
          <a:p>
            <a:r>
              <a:t>  float weight;</a:t>
            </a:r>
          </a:p>
          <a:p>
            <a:r>
              <a:t>  char grade;</a:t>
            </a:r>
          </a:p>
          <a:p/>
          <a:p>
            <a:r>
              <a:t>  printf("Enter your age: ");</a:t>
            </a:r>
          </a:p>
          <a:p>
            <a:r>
              <a:t>  scanf("%d", &amp;age);</a:t>
            </a:r>
          </a:p>
          <a:p/>
          <a:p>
            <a:r>
              <a:t>  printf("Enter your weight: ");</a:t>
            </a:r>
          </a:p>
          <a:p>
            <a:r>
              <a:t>  scanf("%f", &amp;weight);</a:t>
            </a:r>
          </a:p>
          <a:p/>
          <a:p>
            <a:r>
              <a:t>  printf("Enter your grade: ");</a:t>
            </a:r>
          </a:p>
          <a:p>
            <a:r>
              <a:t>  scanf(" %c", &amp;grade);</a:t>
            </a:r>
          </a:p>
          <a:p/>
          <a:p>
            <a:r>
              <a:t>  printf("\nAge: %d", age);</a:t>
            </a:r>
          </a:p>
          <a:p>
            <a:r>
              <a:t>  printf("\nWeight: %f", weight);</a:t>
            </a:r>
          </a:p>
          <a:p>
            <a:r>
              <a:t>  printf("\nGrade: %c", grade);</a:t>
            </a:r>
          </a:p>
          <a:p/>
          <a:p>
            <a:r>
              <a:t>  return 0;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Happens When Program Runs?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by step:</a:t>
            </a:r>
          </a:p>
          <a:p/>
          <a:p>
            <a:r>
              <a:t>• Program asks age → user types number</a:t>
            </a:r>
          </a:p>
          <a:p>
            <a:r>
              <a:t>• Program asks weight → user types decimal</a:t>
            </a:r>
          </a:p>
          <a:p>
            <a:r>
              <a:t>• Program asks grade → user types letter</a:t>
            </a:r>
          </a:p>
          <a:p/>
          <a:p>
            <a:r>
              <a:t>Everything happens slowly and clearly 😊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Beginner Mistakes (Totally Normal)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Forgetting &amp; symbol</a:t>
            </a:r>
          </a:p>
          <a:p>
            <a:r>
              <a:t>• Using wrong % format</a:t>
            </a:r>
          </a:p>
          <a:p>
            <a:r>
              <a:t>• Forgetting space before %c</a:t>
            </a:r>
          </a:p>
          <a:p/>
          <a:p>
            <a:r>
              <a:t>Mistakes mean learning 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Revision (Read Calmly)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    → %d</a:t>
            </a:r>
          </a:p>
          <a:p>
            <a:r>
              <a:t>float  → %f</a:t>
            </a:r>
          </a:p>
          <a:p>
            <a:r>
              <a:t>char   → " %c"</a:t>
            </a:r>
          </a:p>
          <a:p/>
          <a:p>
            <a:r>
              <a:t>Variables must exist before scanf().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Teacher’s Note ❤️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lesson means:</a:t>
            </a:r>
          </a:p>
          <a:p>
            <a:r>
              <a:t>• You can talk to the computer</a:t>
            </a:r>
          </a:p>
          <a:p>
            <a:r>
              <a:t>• Computer can listen back</a:t>
            </a:r>
          </a:p>
          <a:p>
            <a:r>
              <a:t>• Programs are now interactive</a:t>
            </a:r>
          </a:p>
          <a:p/>
          <a:p>
            <a:r>
              <a:t>You’ve crossed another big milestone 🌱</a:t>
            </a:r>
          </a:p>
          <a:p>
            <a:r>
              <a:t>You’re doing GREAT 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