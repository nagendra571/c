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9: Rules for Naming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Objective:</a:t>
            </a:r>
          </a:p>
          <a:p>
            <a:r>
              <a:t>• Learn how to name variables correctly</a:t>
            </a:r>
          </a:p>
          <a:p>
            <a:r>
              <a:t>• Understand why names matter</a:t>
            </a:r>
          </a:p>
          <a:p>
            <a:r>
              <a:t>• Avoid common beginner mistakes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Variable Names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Variable names help humans understand code</a:t>
            </a:r>
          </a:p>
          <a:p>
            <a:r>
              <a:t>• Good names reduce confusion</a:t>
            </a:r>
          </a:p>
          <a:p>
            <a:r>
              <a:t>• Makes programs easy to read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Variable Name?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Variable name is a label for memory box</a:t>
            </a:r>
          </a:p>
          <a:p>
            <a:r>
              <a:t>• It describes what data is stored</a:t>
            </a:r>
          </a:p>
          <a:p>
            <a:r>
              <a:t>• Example: age, marks,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Allowed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Letters (a-z, A-Z)</a:t>
            </a:r>
          </a:p>
          <a:p>
            <a:r>
              <a:t>• Numbers (0-9)</a:t>
            </a:r>
          </a:p>
          <a:p>
            <a:r>
              <a:t>• Underscore (_)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Allowed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spaces</a:t>
            </a:r>
          </a:p>
          <a:p>
            <a:r>
              <a:t>• No special symbols (@, #, $)</a:t>
            </a:r>
          </a:p>
          <a:p>
            <a:r>
              <a:t>• No hyphens (-)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Cannot Start with a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❌ int 1age;</a:t>
            </a:r>
          </a:p>
          <a:p>
            <a:r>
              <a:t>✅ int age1;</a:t>
            </a:r>
          </a:p>
          <a:p>
            <a:r>
              <a:t>• Name must start with letter or 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Spaces in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❌ int total marks;</a:t>
            </a:r>
          </a:p>
          <a:p>
            <a:r>
              <a:t>✅ int totalMarks;</a:t>
            </a:r>
          </a:p>
          <a:p>
            <a:r>
              <a:t>✅ int total_marks;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Sensitivity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 ≠ Age ≠ AGE</a:t>
            </a:r>
          </a:p>
          <a:p>
            <a:r>
              <a:t>• Capital and small letters are different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 Not Use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int, return, if, while, for</a:t>
            </a:r>
          </a:p>
          <a:p>
            <a:r>
              <a:t>• These words already have meaning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Naming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meaningful names</a:t>
            </a:r>
          </a:p>
          <a:p>
            <a:r>
              <a:t>• Prefer small letters</a:t>
            </a:r>
          </a:p>
          <a:p>
            <a:r>
              <a:t>• Make code readable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Follow naming rules</a:t>
            </a:r>
          </a:p>
          <a:p>
            <a:r>
              <a:t>• Use clear names</a:t>
            </a:r>
          </a:p>
          <a:p>
            <a:r>
              <a:t>• Good habits = good programmer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