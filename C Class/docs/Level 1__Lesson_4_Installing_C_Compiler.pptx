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a C 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what a compiler is</a:t>
            </a:r>
          </a:p>
          <a:p>
            <a:r>
              <a:t>• Install C compiler safely</a:t>
            </a:r>
          </a:p>
          <a:p>
            <a:r>
              <a:t>• Prepare computer for C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a Compiler?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understands only 0 and 1</a:t>
            </a:r>
          </a:p>
          <a:p>
            <a:r>
              <a:t>• C language is written by humans</a:t>
            </a:r>
          </a:p>
          <a:p>
            <a:r>
              <a:t>• Compiler translates C to machine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Does Installing a Compiler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Compiler is a software</a:t>
            </a:r>
          </a:p>
          <a:p>
            <a:r>
              <a:t>• Just like installing a game or app</a:t>
            </a:r>
          </a:p>
          <a:p>
            <a:r>
              <a:t>• Needed to run C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Compiler Are We Using?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GCC (GNU C Compiler)</a:t>
            </a:r>
          </a:p>
          <a:p>
            <a:r>
              <a:t>• Free and trusted</a:t>
            </a:r>
          </a:p>
          <a:p>
            <a:r>
              <a:t>• Used worldwide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Beginner-Friendly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Code::Blocks</a:t>
            </a:r>
          </a:p>
          <a:p>
            <a:r>
              <a:t>• Comes with compiler inside</a:t>
            </a:r>
          </a:p>
          <a:p>
            <a:r>
              <a:t>• Easy and safe for beginners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version WITH MinGW</a:t>
            </a:r>
          </a:p>
          <a:p>
            <a:r>
              <a:t>• MinGW = compiler</a:t>
            </a:r>
          </a:p>
          <a:p>
            <a:r>
              <a:t>• Without it, programs won’t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Open browser</a:t>
            </a:r>
          </a:p>
          <a:p>
            <a:r>
              <a:t>2. Search: CodeBlocks download with mingw</a:t>
            </a:r>
          </a:p>
          <a:p>
            <a:r>
              <a:t>3. Download setup file</a:t>
            </a:r>
          </a:p>
          <a:p>
            <a:r>
              <a:t>4. Click Next → Install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Code::Blocks</a:t>
            </a:r>
          </a:p>
          <a:p>
            <a:r>
              <a:t>• Welcome screen should appear</a:t>
            </a:r>
          </a:p>
          <a:p>
            <a:r>
              <a:t>• No error messages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Downloading no-compiler version</a:t>
            </a:r>
          </a:p>
          <a:p>
            <a:r>
              <a:t>• Changing default settings</a:t>
            </a:r>
          </a:p>
          <a:p>
            <a:r>
              <a:t>• Panicking unnecessarily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Compiler is required</a:t>
            </a:r>
          </a:p>
          <a:p>
            <a:r>
              <a:t>• Code::Blocks makes it easy</a:t>
            </a:r>
          </a:p>
          <a:p>
            <a:r>
              <a:t>• You are ready to write C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