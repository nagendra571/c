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70" d="100"/>
          <a:sy n="70" d="100"/>
        </p:scale>
        <p:origin x="1386" y="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Why Use %d Instead of Direct Text?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Understanding a Common Beginner Question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Question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Why not just write:</a:t>
            </a:r>
          </a:p>
          <a:p>
            <a:r>
              <a:rPr dirty="0" err="1"/>
              <a:t>printf</a:t>
            </a:r>
            <a:r>
              <a:rPr dirty="0"/>
              <a:t>("</a:t>
            </a:r>
            <a:r>
              <a:rPr lang="en-US" dirty="0"/>
              <a:t>India is my country</a:t>
            </a:r>
            <a:r>
              <a:rPr dirty="0"/>
              <a:t>");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Yes, This is Correct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• This works perfectly</a:t>
            </a:r>
          </a:p>
          <a:p>
            <a:r>
              <a:rPr dirty="0"/>
              <a:t>• Prints fixed message</a:t>
            </a:r>
          </a:p>
          <a:p>
            <a:r>
              <a:rPr dirty="0"/>
              <a:t>• Good for constant text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Then Why Use %d?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%d is for changing values</a:t>
            </a:r>
          </a:p>
          <a:p>
            <a:r>
              <a:rPr dirty="0"/>
              <a:t>Makes program flexible</a:t>
            </a:r>
            <a:r>
              <a:rPr lang="en-US" dirty="0"/>
              <a:t> and dynamic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Constant (Fixed) &lt;&gt; Dynamic (Which changes)</a:t>
            </a:r>
            <a:endParaRPr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Real-Life Analogy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• %d is like a blank space</a:t>
            </a:r>
          </a:p>
          <a:p>
            <a:r>
              <a:rPr dirty="0"/>
              <a:t>• Value can change later</a:t>
            </a:r>
          </a:p>
          <a:p>
            <a:r>
              <a:rPr dirty="0"/>
              <a:t>• Sentence stays same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Example with Variable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int age = 12;</a:t>
            </a:r>
          </a:p>
          <a:p>
            <a:r>
              <a:rPr dirty="0" err="1"/>
              <a:t>printf</a:t>
            </a:r>
            <a:r>
              <a:rPr dirty="0"/>
              <a:t>("I am %d years old", age);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Why This is Important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• User input changes values</a:t>
            </a:r>
          </a:p>
          <a:p>
            <a:r>
              <a:rPr dirty="0"/>
              <a:t>• No need to rewrite code</a:t>
            </a:r>
          </a:p>
          <a:p>
            <a:r>
              <a:rPr dirty="0"/>
              <a:t>• This is real programming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Simple Rule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Fixed text → normal </a:t>
            </a:r>
            <a:r>
              <a:rPr dirty="0" err="1"/>
              <a:t>printf</a:t>
            </a:r>
            <a:endParaRPr dirty="0"/>
          </a:p>
          <a:p>
            <a:r>
              <a:rPr dirty="0"/>
              <a:t>Changing data →</a:t>
            </a:r>
            <a:r>
              <a:rPr lang="en-US" dirty="0"/>
              <a:t> </a:t>
            </a:r>
            <a:r>
              <a:rPr lang="en-US" dirty="0" err="1"/>
              <a:t>printf</a:t>
            </a:r>
            <a:r>
              <a:rPr lang="en-US" dirty="0"/>
              <a:t> with</a:t>
            </a:r>
            <a:r>
              <a:rPr dirty="0"/>
              <a:t> use</a:t>
            </a:r>
            <a:r>
              <a:rPr lang="en-US" dirty="0"/>
              <a:t> of</a:t>
            </a:r>
            <a:r>
              <a:rPr dirty="0"/>
              <a:t> %d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Takeaway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Both methods are correct</a:t>
            </a:r>
          </a:p>
          <a:p>
            <a:r>
              <a:t>• %d prepares you for real programs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17</TotalTime>
  <Words>162</Words>
  <Application>Microsoft Office PowerPoint</Application>
  <PresentationFormat>On-screen Show (4:3)</PresentationFormat>
  <Paragraphs>32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Why Use %d Instead of Direct Text?</vt:lpstr>
      <vt:lpstr>The Question</vt:lpstr>
      <vt:lpstr>Yes, This is Correct</vt:lpstr>
      <vt:lpstr>Then Why Use %d?</vt:lpstr>
      <vt:lpstr>Real-Life Analogy</vt:lpstr>
      <vt:lpstr>Example with Variable</vt:lpstr>
      <vt:lpstr>Why This is Important</vt:lpstr>
      <vt:lpstr>Simple Rule</vt:lpstr>
      <vt:lpstr>Key Takeaway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Chinnam, Nagendra</cp:lastModifiedBy>
  <cp:revision>6</cp:revision>
  <dcterms:created xsi:type="dcterms:W3CDTF">2013-01-27T09:14:16Z</dcterms:created>
  <dcterms:modified xsi:type="dcterms:W3CDTF">2026-04-02T01:19:11Z</dcterms:modified>
  <cp:category/>
</cp:coreProperties>
</file>