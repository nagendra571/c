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%d Instead of Direct 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a Common Beginner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not just write:</a:t>
            </a:r>
          </a:p>
          <a:p>
            <a:r>
              <a:t>printf("I am 12 years old");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Yes, This is Correct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works perfectly</a:t>
            </a:r>
          </a:p>
          <a:p>
            <a:r>
              <a:t>• Prints fixed message</a:t>
            </a:r>
          </a:p>
          <a:p>
            <a:r>
              <a:t>• Good for constant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Then Why Use %d?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%d is for changing values</a:t>
            </a:r>
          </a:p>
          <a:p>
            <a:r>
              <a:t>• Makes program flexible</a:t>
            </a:r>
          </a:p>
          <a:p>
            <a:r>
              <a:t>• Used with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%d is like a blank space</a:t>
            </a:r>
          </a:p>
          <a:p>
            <a:r>
              <a:t>• Value can change later</a:t>
            </a:r>
          </a:p>
          <a:p>
            <a:r>
              <a:t>• Sentence stays same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with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12;</a:t>
            </a:r>
          </a:p>
          <a:p>
            <a:r>
              <a:t>printf("I am %d years old", age);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input changes values</a:t>
            </a:r>
          </a:p>
          <a:p>
            <a:r>
              <a:t>• No need to rewrite code</a:t>
            </a:r>
          </a:p>
          <a:p>
            <a:r>
              <a:t>• This is real programming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Fixed text → normal printf</a:t>
            </a:r>
          </a:p>
          <a:p>
            <a:r>
              <a:t>• Changing data → use %d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Both methods are correct</a:t>
            </a:r>
          </a:p>
          <a:p>
            <a:r>
              <a:t>• %d prepares you for real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