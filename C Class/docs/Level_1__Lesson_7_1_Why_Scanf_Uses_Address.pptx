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scanf("%d", &amp;age) ? 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PPT is ONLY for one doubt.</a:t>
            </a:r>
          </a:p>
          <a:p/>
          <a:p>
            <a:r>
              <a:t>Take a breath.</a:t>
            </a:r>
          </a:p>
          <a:p>
            <a:r>
              <a:t>This confusion is VERY normal.</a:t>
            </a:r>
          </a:p>
          <a:p/>
          <a:p>
            <a:r>
              <a:t>Let’s understand it slowly, calmly, step by step.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First, Remember the Memory Box 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we write:</a:t>
            </a:r>
          </a:p>
          <a:p/>
          <a:p>
            <a:r>
              <a:t>int age;</a:t>
            </a:r>
          </a:p>
          <a:p/>
          <a:p>
            <a:r>
              <a:t>A box is created in memory.</a:t>
            </a:r>
          </a:p>
          <a:p>
            <a:r>
              <a:t>• Name of box → age</a:t>
            </a:r>
          </a:p>
          <a:p>
            <a:r>
              <a:t>• Address of box → decided by computer</a:t>
            </a:r>
          </a:p>
          <a:p/>
          <a:p>
            <a:r>
              <a:t>We don’t see the address, but it exists.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Truth (Very 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scanf() does NOT store values magically.</a:t>
            </a:r>
          </a:p>
          <a:p/>
          <a:p>
            <a:r>
              <a:t>It needs ONE thing:</a:t>
            </a:r>
          </a:p>
          <a:p>
            <a:r>
              <a:t>👉 The ADDRESS of the box</a:t>
            </a:r>
          </a:p>
          <a:p/>
          <a:p>
            <a:r>
              <a:t>So it knows WHERE to put the user input.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&amp;age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&amp;age means:</a:t>
            </a:r>
          </a:p>
          <a:p/>
          <a:p>
            <a:r>
              <a:t>👉 Give me the ADDRESS of the box named age.</a:t>
            </a:r>
          </a:p>
          <a:p/>
          <a:p>
            <a:r>
              <a:t>Think like this:</a:t>
            </a:r>
          </a:p>
          <a:p>
            <a:r>
              <a:t>• age  → box</a:t>
            </a:r>
          </a:p>
          <a:p>
            <a:r>
              <a:t>• &amp;age → box location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 Way (Safe Way)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scanf("%d", &amp;age);</a:t>
            </a:r>
          </a:p>
          <a:p/>
          <a:p>
            <a:r>
              <a:t>Computer understands:</a:t>
            </a:r>
          </a:p>
          <a:p>
            <a:r>
              <a:t>“User will type a number.</a:t>
            </a:r>
          </a:p>
          <a:p>
            <a:r>
              <a:t>Store it in the correct box.”</a:t>
            </a:r>
          </a:p>
          <a:p/>
          <a:p>
            <a:r>
              <a:t>Everything is calm and safe 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Now the Wrong Way 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scanf("%d", age);</a:t>
            </a:r>
          </a:p>
          <a:p/>
          <a:p>
            <a:r>
              <a:t>Here you are NOT giving address.</a:t>
            </a:r>
          </a:p>
          <a:p>
            <a:r>
              <a:t>You are giving whatever value is inside age.</a:t>
            </a:r>
          </a:p>
          <a:p/>
          <a:p>
            <a:r>
              <a:t>But the box is empty right now 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Happens Internally 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 contains some random junk value.</a:t>
            </a:r>
          </a:p>
          <a:p/>
          <a:p>
            <a:r>
              <a:t>Computer thinks:</a:t>
            </a:r>
          </a:p>
          <a:p>
            <a:r>
              <a:t>“Oh! This number must be an address.”</a:t>
            </a:r>
          </a:p>
          <a:p/>
          <a:p>
            <a:r>
              <a:t>Then it tries to store input THERE.</a:t>
            </a:r>
          </a:p>
          <a:p>
            <a:r>
              <a:t>Very dangerous ⚠️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Possible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Program crash</a:t>
            </a:r>
          </a:p>
          <a:p>
            <a:r>
              <a:t>• Strange output</a:t>
            </a:r>
          </a:p>
          <a:p>
            <a:r>
              <a:t>• Memory corruption</a:t>
            </a:r>
          </a:p>
          <a:p>
            <a:r>
              <a:t>• Sometimes works (worst case!)</a:t>
            </a:r>
          </a:p>
          <a:p/>
          <a:p>
            <a:r>
              <a:t>This is why C must be used carefully.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Analogy 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Sending a letter:</a:t>
            </a:r>
          </a:p>
          <a:p/>
          <a:p>
            <a:r>
              <a:t>Correct:</a:t>
            </a:r>
          </a:p>
          <a:p>
            <a:r>
              <a:t>• Send to HOUSE ADDRESS</a:t>
            </a:r>
          </a:p>
          <a:p/>
          <a:p>
            <a:r>
              <a:t>Wrong:</a:t>
            </a:r>
          </a:p>
          <a:p>
            <a:r>
              <a:t>• Send to whatever is inside the house</a:t>
            </a:r>
          </a:p>
          <a:p/>
          <a:p>
            <a:r>
              <a:t>scanf() needs address, not content.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Compiler Does Not Stop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trusts the programmer.</a:t>
            </a:r>
          </a:p>
          <a:p/>
          <a:p>
            <a:r>
              <a:t>C says:</a:t>
            </a:r>
          </a:p>
          <a:p>
            <a:r>
              <a:t>“You gave me something.</a:t>
            </a:r>
          </a:p>
          <a:p>
            <a:r>
              <a:t>I will believe you.”</a:t>
            </a:r>
          </a:p>
          <a:p/>
          <a:p>
            <a:r>
              <a:t>That’s why C is powerful AND dangerous.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Golden Sentence ❤️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remember:</a:t>
            </a:r>
          </a:p>
          <a:p/>
          <a:p>
            <a:r>
              <a:t>👉 scanf() needs the ADDRESS of the variable,</a:t>
            </a:r>
          </a:p>
          <a:p>
            <a:r>
              <a:t>   not the variable itself.</a:t>
            </a:r>
          </a:p>
          <a:p/>
          <a:p>
            <a:r>
              <a:t>That’s why we use &amp;age.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Teacher’s Note 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this doubt came to your mind,</a:t>
            </a:r>
          </a:p>
          <a:p>
            <a:r>
              <a:t>it means you are thinking correctly.</a:t>
            </a:r>
          </a:p>
          <a:p/>
          <a:p>
            <a:r>
              <a:t>This is the point where students</a:t>
            </a:r>
          </a:p>
          <a:p>
            <a:r>
              <a:t>start becoming GOOD C programmers.</a:t>
            </a:r>
          </a:p>
          <a:p/>
          <a:p>
            <a:r>
              <a:t>You are doing GREAT 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