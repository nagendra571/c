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5.0: Before Hello World 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Let’s slow down a bit.</a:t>
            </a:r>
          </a:p>
          <a:p/>
          <a:p>
            <a:r>
              <a:t>Before using printf(), let’s understand something important:</a:t>
            </a:r>
          </a:p>
          <a:p>
            <a:r>
              <a:t>👉 What is #include &lt;stdio.h&gt; really?</a:t>
            </a:r>
          </a:p>
          <a:p/>
          <a:p>
            <a:r>
              <a:t>No rush. Just understanding.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stdio.h?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Very honest answer:</a:t>
            </a:r>
          </a:p>
          <a:p/>
          <a:p>
            <a:r>
              <a:t>• It is NOT magic</a:t>
            </a:r>
          </a:p>
          <a:p>
            <a:r>
              <a:t>• It is just a file</a:t>
            </a:r>
          </a:p>
          <a:p>
            <a:r>
              <a:t>• It contains useful tools (functions)</a:t>
            </a:r>
          </a:p>
          <a:p/>
          <a:p>
            <a:r>
              <a:t>Example tools:</a:t>
            </a:r>
          </a:p>
          <a:p>
            <a:r>
              <a:t>• printf()</a:t>
            </a:r>
          </a:p>
          <a:p>
            <a:r>
              <a:t>• scanf()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Think of It Like a Toolbox 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stdio.h is like a toolbox created by someone else.</a:t>
            </a:r>
          </a:p>
          <a:p/>
          <a:p>
            <a:r>
              <a:t>Inside it:</a:t>
            </a:r>
          </a:p>
          <a:p>
            <a:r>
              <a:t>• Tools for printing</a:t>
            </a:r>
          </a:p>
          <a:p>
            <a:r>
              <a:t>• Tools for input</a:t>
            </a:r>
          </a:p>
          <a:p/>
          <a:p>
            <a:r>
              <a:t>You are just USING those tools 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Without stdio.h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 main() {</a:t>
            </a:r>
          </a:p>
          <a:p>
            <a:r>
              <a:t>    return 0;</a:t>
            </a:r>
          </a:p>
          <a:p>
            <a:r>
              <a:t>}</a:t>
            </a:r>
          </a:p>
          <a:p/>
          <a:p>
            <a:r>
              <a:t>This runs fine.</a:t>
            </a:r>
          </a:p>
          <a:p>
            <a:r>
              <a:t>But nothing happens.</a:t>
            </a:r>
          </a:p>
          <a:p/>
          <a:p>
            <a:r>
              <a:t>Because no tools were used.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Trying printf Without stdio.h 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 main() {</a:t>
            </a:r>
          </a:p>
          <a:p>
            <a:r>
              <a:t>    printf("Hello");</a:t>
            </a:r>
          </a:p>
          <a:p>
            <a:r>
              <a:t>    return 0;</a:t>
            </a:r>
          </a:p>
          <a:p>
            <a:r>
              <a:t>}</a:t>
            </a:r>
          </a:p>
          <a:p/>
          <a:p>
            <a:r>
              <a:t>Error!</a:t>
            </a:r>
          </a:p>
          <a:p>
            <a:r>
              <a:t>Computer says:</a:t>
            </a:r>
          </a:p>
          <a:p>
            <a:r>
              <a:t>👉 I don’t know printf.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Let’s Build Our Own Toolbox 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will create our own file:</a:t>
            </a:r>
          </a:p>
          <a:p/>
          <a:p>
            <a:r>
              <a:t>xyz.h</a:t>
            </a:r>
          </a:p>
          <a:p/>
          <a:p>
            <a:r>
              <a:t>Think of it like your own mini stdio.h.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Inside xyz.h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 add(int a, int b) {</a:t>
            </a:r>
          </a:p>
          <a:p>
            <a:r>
              <a:t>    return a + b;</a:t>
            </a:r>
          </a:p>
          <a:p>
            <a:r>
              <a:t>}</a:t>
            </a:r>
          </a:p>
          <a:p/>
          <a:p>
            <a:r>
              <a:t>You just created your own tool 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Our Toolbox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 "xyz.h"</a:t>
            </a:r>
          </a:p>
          <a:p/>
          <a:p>
            <a:r>
              <a:t>int main() {</a:t>
            </a:r>
          </a:p>
          <a:p>
            <a:r>
              <a:t>    int result = add(2, 3);</a:t>
            </a:r>
          </a:p>
          <a:p>
            <a:r>
              <a:t>    return 0;</a:t>
            </a:r>
          </a:p>
          <a:p>
            <a:r>
              <a:t>}</a:t>
            </a:r>
          </a:p>
          <a:p/>
          <a:p>
            <a:r>
              <a:t>Now your program can use add().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Just Happened?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xyz.h → your toolbox</a:t>
            </a:r>
          </a:p>
          <a:p>
            <a:r>
              <a:t>• add() → your tool</a:t>
            </a:r>
          </a:p>
          <a:p>
            <a:r>
              <a:t>• #include → bring tools inside</a:t>
            </a:r>
          </a:p>
          <a:p/>
          <a:p>
            <a:r>
              <a:t>Exactly like stdio.h 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 Realization 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stdio.h is NOT special magic.</a:t>
            </a:r>
          </a:p>
          <a:p/>
          <a:p>
            <a:r>
              <a:t>It is just a file created by experts,</a:t>
            </a:r>
          </a:p>
          <a:p>
            <a:r>
              <a:t>containing useful functions like printf().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Need stdio.h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Printing is not simple.</a:t>
            </a:r>
          </a:p>
          <a:p/>
          <a:p>
            <a:r>
              <a:t>Someone already wrote complex code for it.</a:t>
            </a:r>
          </a:p>
          <a:p>
            <a:r>
              <a:t>That code is inside stdio.h.</a:t>
            </a:r>
          </a:p>
          <a:p/>
          <a:p>
            <a:r>
              <a:t>We just reuse it 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Teacher’s Note ❤️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you understood this:</a:t>
            </a:r>
          </a:p>
          <a:p/>
          <a:p>
            <a:r>
              <a:t>👉 You are not memorizing</a:t>
            </a:r>
          </a:p>
          <a:p>
            <a:r>
              <a:t>👉 You are understanding deeply</a:t>
            </a:r>
          </a:p>
          <a:p/>
          <a:p>
            <a:r>
              <a:t>This is how real engineers think.</a:t>
            </a:r>
          </a:p>
          <a:p>
            <a:r>
              <a:t>You’re doing GREAT 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