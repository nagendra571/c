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2 – Lesson 1 😊</a:t>
            </a:r>
          </a:p>
          <a:p>
            <a:r>
              <a:t>Control Structures (If, If-Else, Switch)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Take a breath.</a:t>
            </a:r>
          </a:p>
          <a:p/>
          <a:p>
            <a:r>
              <a:t>Now we are teaching the computer how to THINK.</a:t>
            </a:r>
          </a:p>
          <a:p/>
          <a:p>
            <a:r>
              <a:t>Until now:</a:t>
            </a:r>
          </a:p>
          <a:p>
            <a:r>
              <a:t>• We stored data</a:t>
            </a:r>
          </a:p>
          <a:p>
            <a:r>
              <a:t>• We printed data</a:t>
            </a:r>
          </a:p>
          <a:p/>
          <a:p>
            <a:r>
              <a:t>Now:</a:t>
            </a:r>
          </a:p>
          <a:p>
            <a:r>
              <a:t>👉 We will make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Decision? 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real life:</a:t>
            </a:r>
          </a:p>
          <a:p>
            <a:r>
              <a:t>• If it rains → take umbrella</a:t>
            </a:r>
          </a:p>
          <a:p>
            <a:r>
              <a:t>• If hungry → eat food</a:t>
            </a:r>
          </a:p>
          <a:p/>
          <a:p>
            <a:r>
              <a:t>Computer also needs this ability.</a:t>
            </a:r>
          </a:p>
          <a:p/>
          <a:p>
            <a:r>
              <a:t>👉 This is called CONTROL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means:</a:t>
            </a:r>
          </a:p>
          <a:p>
            <a:r>
              <a:t>👉 “Check a condition”</a:t>
            </a:r>
          </a:p>
          <a:p/>
          <a:p>
            <a:r>
              <a:t>If condition is TRUE → do something</a:t>
            </a:r>
          </a:p>
          <a:p>
            <a:r>
              <a:t>If FALSE → skip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if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age = 18;</a:t>
            </a:r>
          </a:p>
          <a:p/>
          <a:p>
            <a:r>
              <a:t>if(age &gt;= 18) {</a:t>
            </a:r>
          </a:p>
          <a:p>
            <a:r>
              <a:t>    printf("You can vote");</a:t>
            </a:r>
          </a:p>
          <a:p>
            <a:r>
              <a:t>}</a:t>
            </a:r>
          </a:p>
          <a:p/>
          <a:p>
            <a:r>
              <a:t>If condition is true → message prints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Teacher checking:</a:t>
            </a:r>
          </a:p>
          <a:p/>
          <a:p>
            <a:r>
              <a:t>If marks &gt; 35 → pass</a:t>
            </a:r>
          </a:p>
          <a:p>
            <a:r>
              <a:t>Else → fail</a:t>
            </a:r>
          </a:p>
          <a:p/>
          <a:p>
            <a:r>
              <a:t>Same idea in programming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If-Else (Very 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→ when condition is true</a:t>
            </a:r>
          </a:p>
          <a:p>
            <a:r>
              <a:t>else → when condition is false</a:t>
            </a:r>
          </a:p>
          <a:p/>
          <a:p>
            <a:r>
              <a:t>Now program handles BOTH cases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If-Else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age = 16;</a:t>
            </a:r>
          </a:p>
          <a:p/>
          <a:p>
            <a:r>
              <a:t>if(age &gt;= 18) {</a:t>
            </a:r>
          </a:p>
          <a:p>
            <a:r>
              <a:t>    printf("You can vote");</a:t>
            </a:r>
          </a:p>
          <a:p>
            <a:r>
              <a:t>} else {</a:t>
            </a:r>
          </a:p>
          <a:p>
            <a:r>
              <a:t>    printf("You cannot vote");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switch is used when:</a:t>
            </a:r>
          </a:p>
          <a:p>
            <a:r>
              <a:t>👉 We have many options</a:t>
            </a:r>
          </a:p>
          <a:p/>
          <a:p>
            <a:r>
              <a:t>Instead of many if-else,</a:t>
            </a:r>
          </a:p>
          <a:p>
            <a:r>
              <a:t>we use switch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day = 2;</a:t>
            </a:r>
          </a:p>
          <a:p/>
          <a:p>
            <a:r>
              <a:t>switch(day) {</a:t>
            </a:r>
          </a:p>
          <a:p>
            <a:r>
              <a:t> case 1: printf("Monday"); break;</a:t>
            </a:r>
          </a:p>
          <a:p>
            <a:r>
              <a:t> case 2: printf("Tuesday"); break;</a:t>
            </a:r>
          </a:p>
          <a:p>
            <a:r>
              <a:t> default: printf("Invalid");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Notes ⚠️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Always use braces { }</a:t>
            </a:r>
          </a:p>
          <a:p>
            <a:r>
              <a:t>• Use break in switch</a:t>
            </a:r>
          </a:p>
          <a:p>
            <a:r>
              <a:t>• Conditions must be clear</a:t>
            </a:r>
          </a:p>
          <a:p>
            <a:r>
              <a:t>• Indentation helps readability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Missing brackets</a:t>
            </a:r>
          </a:p>
          <a:p>
            <a:r>
              <a:t>• Missing break in switch</a:t>
            </a:r>
          </a:p>
          <a:p>
            <a:r>
              <a:t>• Wrong condition</a:t>
            </a:r>
          </a:p>
          <a:p>
            <a:r>
              <a:t>• Forgetting else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Revision 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→ one condition</a:t>
            </a:r>
          </a:p>
          <a:p>
            <a:r>
              <a:t>if-else → two paths</a:t>
            </a:r>
          </a:p>
          <a:p>
            <a:r>
              <a:t>switch → multiple choices</a:t>
            </a:r>
          </a:p>
          <a:p/>
          <a:p>
            <a:r>
              <a:t>All are decision-making tools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Teacher’s Note ❤️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Don’t try to master everything today.</a:t>
            </a:r>
          </a:p>
          <a:p/>
          <a:p>
            <a:r>
              <a:t>Just understand the idea:</a:t>
            </a:r>
          </a:p>
          <a:p>
            <a:r>
              <a:t>👉 Computer can now take decisions.</a:t>
            </a:r>
          </a:p>
          <a:p/>
          <a:p>
            <a:r>
              <a:t>You’re doing really well 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