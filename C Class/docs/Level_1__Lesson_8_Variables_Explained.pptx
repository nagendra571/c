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Lesson 8: Variables Explained Deeply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Lesson Objective:</a:t>
            </a:r>
          </a:p>
          <a:p>
            <a:r>
              <a:t>• Understand what a variable is</a:t>
            </a:r>
          </a:p>
          <a:p>
            <a:r>
              <a:t>• Learn why variables are needed</a:t>
            </a:r>
          </a:p>
          <a:p>
            <a:r>
              <a:t>• Understand memory boxes concept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Variable?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 variable is a box in memory</a:t>
            </a:r>
          </a:p>
          <a:p>
            <a:r>
              <a:t>• Used to store information</a:t>
            </a:r>
          </a:p>
          <a:p>
            <a:r>
              <a:t>• Value inside can change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Real-Life Analogy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Think of labeled boxes</a:t>
            </a:r>
          </a:p>
          <a:p>
            <a:r>
              <a:t>• Each box has a name</a:t>
            </a:r>
          </a:p>
          <a:p>
            <a:r>
              <a:t>• Each box holds one value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Do We Need Variables?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 remember data</a:t>
            </a:r>
          </a:p>
          <a:p>
            <a:r>
              <a:t>• To change values easily</a:t>
            </a:r>
          </a:p>
          <a:p>
            <a:r>
              <a:t>• To reuse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Creating a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age;</a:t>
            </a:r>
          </a:p>
          <a:p>
            <a:r>
              <a:t>• int → number type</a:t>
            </a:r>
          </a:p>
          <a:p>
            <a:r>
              <a:t>• age → name of box</a:t>
            </a:r>
          </a:p>
          <a:p>
            <a:r>
              <a:t>• Box is empty initially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Storing Value in Variable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= 12;</a:t>
            </a:r>
          </a:p>
          <a:p>
            <a:r>
              <a:t>• Value 12 stored in age box</a:t>
            </a:r>
          </a:p>
          <a:p>
            <a:r>
              <a:t>• Box now holds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Declaration vs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Declaration: int age;</a:t>
            </a:r>
          </a:p>
          <a:p>
            <a:r>
              <a:rPr dirty="0"/>
              <a:t>• Assignment</a:t>
            </a:r>
            <a:r>
              <a:rPr lang="en-US" dirty="0"/>
              <a:t>/initialization</a:t>
            </a:r>
            <a:r>
              <a:rPr dirty="0"/>
              <a:t>: age = 12;</a:t>
            </a:r>
          </a:p>
          <a:p>
            <a:r>
              <a:rPr dirty="0"/>
              <a:t>• Both are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Declaration + Assignment Together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int age = 12;</a:t>
            </a:r>
          </a:p>
          <a:p>
            <a:r>
              <a:t>• Create box and store value together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Using Variable with printf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printf("Age is %d", age);</a:t>
            </a:r>
          </a:p>
          <a:p>
            <a:r>
              <a:t>• %d replaced by value inside 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Changing Variable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age = 12;</a:t>
            </a:r>
          </a:p>
          <a:p>
            <a:r>
              <a:t>age = 13;</a:t>
            </a:r>
          </a:p>
          <a:p>
            <a:r>
              <a:t>• Old value replaced by new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Variable is memory box</a:t>
            </a:r>
          </a:p>
          <a:p>
            <a:r>
              <a:t>• Value can change</a:t>
            </a:r>
          </a:p>
          <a:p>
            <a:r>
              <a:t>• Variables are core of programming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222</Words>
  <Application>Microsoft Office PowerPoint</Application>
  <PresentationFormat>On-screen Show (4:3)</PresentationFormat>
  <Paragraphs>44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Lesson 8: Variables Explained Deeply</vt:lpstr>
      <vt:lpstr>What is a Variable?</vt:lpstr>
      <vt:lpstr>Real-Life Analogy</vt:lpstr>
      <vt:lpstr>Why Do We Need Variables?</vt:lpstr>
      <vt:lpstr>Creating a Variable</vt:lpstr>
      <vt:lpstr>Storing Value in Variable</vt:lpstr>
      <vt:lpstr>Declaration vs Assignment</vt:lpstr>
      <vt:lpstr>Declaration + Assignment Together</vt:lpstr>
      <vt:lpstr>Using Variable with printf</vt:lpstr>
      <vt:lpstr>Changing Variable Value</vt:lpstr>
      <vt:lpstr>Key Takeaways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Chinnam, Nagendra</cp:lastModifiedBy>
  <cp:revision>2</cp:revision>
  <dcterms:created xsi:type="dcterms:W3CDTF">2013-01-27T09:14:16Z</dcterms:created>
  <dcterms:modified xsi:type="dcterms:W3CDTF">2026-04-23T02:18:47Z</dcterms:modified>
  <cp:category/>
</cp:coreProperties>
</file>