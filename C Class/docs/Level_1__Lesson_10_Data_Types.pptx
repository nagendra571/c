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10: Data Types (Let’s Talk Slowly 😊)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Now we’re moving to something VERY important and very logical.</a:t>
            </a:r>
          </a:p>
          <a:p>
            <a:endParaRPr/>
          </a:p>
          <a:p>
            <a:r>
              <a:t>Up to now:</a:t>
            </a:r>
          </a:p>
          <a:p>
            <a:r>
              <a:t>• We created boxes (variables)</a:t>
            </a:r>
          </a:p>
          <a:p>
            <a:r>
              <a:t>• We named those boxes</a:t>
            </a:r>
          </a:p>
          <a:p>
            <a:endParaRPr/>
          </a:p>
          <a:p>
            <a:r>
              <a:t>Now the big question:</a:t>
            </a:r>
          </a:p>
          <a:p>
            <a:r>
              <a:t>👉 What KIND of things can a box store?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Data Type?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Very simple definition:</a:t>
            </a:r>
          </a:p>
          <a:p>
            <a:endParaRPr/>
          </a:p>
          <a:p>
            <a:r>
              <a:t>A data type tells the computer:</a:t>
            </a:r>
          </a:p>
          <a:p>
            <a:r>
              <a:t>👉 “What kind of value will be stored in this box?”</a:t>
            </a:r>
          </a:p>
          <a:p>
            <a:endParaRPr/>
          </a:p>
          <a:p>
            <a:r>
              <a:t>Just like real life:</a:t>
            </a:r>
          </a:p>
          <a:p>
            <a:r>
              <a:t>• Water bottle → water</a:t>
            </a:r>
          </a:p>
          <a:p>
            <a:r>
              <a:t>• Pencil box → pencils</a:t>
            </a:r>
          </a:p>
          <a:p>
            <a:endParaRPr/>
          </a:p>
          <a:p>
            <a:r>
              <a:t>Same idea here.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Do We Need Data Types?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Computer always wants clarity.</a:t>
            </a:r>
          </a:p>
          <a:p>
            <a:endParaRPr/>
          </a:p>
          <a:p>
            <a:r>
              <a:t>It asks:</a:t>
            </a:r>
          </a:p>
          <a:p>
            <a:r>
              <a:t>• Is this a number?</a:t>
            </a:r>
          </a:p>
          <a:p>
            <a:r>
              <a:t>• Is this a decimal number?</a:t>
            </a:r>
          </a:p>
          <a:p>
            <a:r>
              <a:t>• Is this a letter?</a:t>
            </a:r>
          </a:p>
          <a:p>
            <a:endParaRPr/>
          </a:p>
          <a:p>
            <a:r>
              <a:t>So we must tell it clearly.</a:t>
            </a:r>
          </a:p>
          <a:p>
            <a:r>
              <a:t>No guessing allowed 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Basic Data Types We Start With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We’ll go slowly, one by one:</a:t>
            </a:r>
          </a:p>
          <a:p>
            <a:endParaRPr/>
          </a:p>
          <a:p>
            <a:r>
              <a:t>• int   → whole numbers</a:t>
            </a:r>
          </a:p>
          <a:p>
            <a:r>
              <a:t>• float → decimal numbers</a:t>
            </a:r>
          </a:p>
          <a:p>
            <a:r>
              <a:t>• char  → single character</a:t>
            </a:r>
          </a:p>
          <a:p>
            <a:endParaRPr/>
          </a:p>
          <a:p>
            <a:r>
              <a:t>No rush. We’ll master these first.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 – Whole Numbers 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 means integer (whole number).</a:t>
            </a:r>
          </a:p>
          <a:p>
            <a:endParaRPr/>
          </a:p>
          <a:p>
            <a:r>
              <a:t>Examples:</a:t>
            </a:r>
          </a:p>
          <a:p>
            <a:r>
              <a:t>• 1, 12, 100, -5</a:t>
            </a:r>
          </a:p>
          <a:p>
            <a:endParaRPr/>
          </a:p>
          <a:p>
            <a:r>
              <a:t>Not allowed:</a:t>
            </a:r>
          </a:p>
          <a:p>
            <a:r>
              <a:t>• 12.5, 3.14</a:t>
            </a:r>
          </a:p>
          <a:p>
            <a:endParaRPr/>
          </a:p>
          <a:p>
            <a:r>
              <a:t>Example:</a:t>
            </a:r>
          </a:p>
          <a:p>
            <a:r>
              <a:t>int age = 12;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float – Decimal Numbers 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float is for numbers with decimal point.</a:t>
            </a:r>
          </a:p>
          <a:p>
            <a:endParaRPr/>
          </a:p>
          <a:p>
            <a:r>
              <a:t>Examples:</a:t>
            </a:r>
          </a:p>
          <a:p>
            <a:r>
              <a:t>• 1.5, 3.14, 99.75</a:t>
            </a:r>
          </a:p>
          <a:p>
            <a:endParaRPr/>
          </a:p>
          <a:p>
            <a:r>
              <a:t>Example:</a:t>
            </a:r>
          </a:p>
          <a:p>
            <a:r>
              <a:t>float height = 5.6;</a:t>
            </a:r>
          </a:p>
          <a:p>
            <a:endParaRPr/>
          </a:p>
          <a:p>
            <a:r>
              <a:t>Printing float:</a:t>
            </a:r>
          </a:p>
          <a:p>
            <a:r>
              <a:t>printf("%f", height);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 – Single Character 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char is for ONE single character.</a:t>
            </a:r>
          </a:p>
          <a:p>
            <a:endParaRPr/>
          </a:p>
          <a:p>
            <a:r>
              <a:t>Examples:</a:t>
            </a:r>
          </a:p>
          <a:p>
            <a:r>
              <a:t>• 'A', 'a', '1', '#'</a:t>
            </a:r>
          </a:p>
          <a:p>
            <a:endParaRPr/>
          </a:p>
          <a:p>
            <a:r>
              <a:t>Very important:</a:t>
            </a:r>
          </a:p>
          <a:p>
            <a:r>
              <a:t>• char uses SINGLE quotes ' '</a:t>
            </a:r>
          </a:p>
          <a:p>
            <a:r>
              <a:t>• Not double quotes " "</a:t>
            </a:r>
          </a:p>
          <a:p>
            <a:endParaRPr/>
          </a:p>
          <a:p>
            <a:r>
              <a:t>Example:</a:t>
            </a:r>
          </a:p>
          <a:p>
            <a:r>
              <a:t>char grade = 'A';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Putting Everything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int age = 12;</a:t>
            </a:r>
          </a:p>
          <a:p>
            <a:r>
              <a:rPr dirty="0"/>
              <a:t>float marks = 85.5;</a:t>
            </a:r>
          </a:p>
          <a:p>
            <a:r>
              <a:rPr dirty="0"/>
              <a:t>char grade = </a:t>
            </a:r>
            <a:r>
              <a:rPr lang="en-US" dirty="0"/>
              <a:t>'</a:t>
            </a:r>
            <a:r>
              <a:rPr dirty="0"/>
              <a:t>A</a:t>
            </a:r>
            <a:r>
              <a:rPr lang="en-US" dirty="0"/>
              <a:t>'</a:t>
            </a:r>
            <a:r>
              <a:rPr dirty="0"/>
              <a:t>;</a:t>
            </a:r>
          </a:p>
          <a:p>
            <a:endParaRPr dirty="0"/>
          </a:p>
          <a:p>
            <a:r>
              <a:rPr dirty="0" err="1"/>
              <a:t>printf</a:t>
            </a:r>
            <a:r>
              <a:rPr dirty="0"/>
              <a:t>("Age: %d\n", age);</a:t>
            </a:r>
          </a:p>
          <a:p>
            <a:r>
              <a:rPr dirty="0" err="1"/>
              <a:t>printf</a:t>
            </a:r>
            <a:r>
              <a:rPr dirty="0"/>
              <a:t>("Marks: %f\n", marks);</a:t>
            </a:r>
          </a:p>
          <a:p>
            <a:r>
              <a:rPr dirty="0" err="1"/>
              <a:t>printf</a:t>
            </a:r>
            <a:r>
              <a:rPr dirty="0"/>
              <a:t>("Grade: %c", grade);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Beginner Mistakes (Totally Normal)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Using int for decimal numbers</a:t>
            </a:r>
          </a:p>
          <a:p>
            <a:r>
              <a:t>• Using double quotes for char</a:t>
            </a:r>
          </a:p>
          <a:p>
            <a:r>
              <a:t>• Using wrong format specifier</a:t>
            </a:r>
          </a:p>
          <a:p>
            <a:r>
              <a:t>• Mixing %d, %f, %c</a:t>
            </a:r>
          </a:p>
          <a:p>
            <a:endParaRPr/>
          </a:p>
          <a:p>
            <a:r>
              <a:t>Mistakes mean you’re learning 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Revision (Read Calmly)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   → whole numbers</a:t>
            </a:r>
          </a:p>
          <a:p>
            <a:r>
              <a:t>• float → decimal numbers</a:t>
            </a:r>
          </a:p>
          <a:p>
            <a:r>
              <a:t>• char  → single character</a:t>
            </a:r>
          </a:p>
          <a:p>
            <a:endParaRPr/>
          </a:p>
          <a:p>
            <a:r>
              <a:t>Data types tell the computer what kind of data is inside the box.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Teacher’s Note ❤️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dirty="0"/>
              <a:t>If you understand:</a:t>
            </a:r>
          </a:p>
          <a:p>
            <a:r>
              <a:rPr dirty="0"/>
              <a:t>• Variables</a:t>
            </a:r>
          </a:p>
          <a:p>
            <a:r>
              <a:rPr dirty="0"/>
              <a:t>• Naming rules</a:t>
            </a:r>
          </a:p>
          <a:p>
            <a:r>
              <a:rPr dirty="0"/>
              <a:t>• Data types</a:t>
            </a:r>
            <a:endParaRPr lang="en-US" dirty="0"/>
          </a:p>
          <a:p>
            <a:endParaRPr dirty="0"/>
          </a:p>
          <a:p>
            <a:r>
              <a:rPr dirty="0"/>
              <a:t>👉 You’ve crossed a BIG </a:t>
            </a:r>
            <a:r>
              <a:t>milestone.</a:t>
            </a:r>
            <a:endParaRPr dirty="0"/>
          </a:p>
          <a:p>
            <a:r>
              <a:rPr dirty="0"/>
              <a:t>From here, programming will start making sense.</a:t>
            </a:r>
          </a:p>
          <a:p>
            <a:r>
              <a:rPr dirty="0"/>
              <a:t>You’re doing GREAT 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464</Words>
  <Application>Microsoft Office PowerPoint</Application>
  <PresentationFormat>On-screen Show (4:3)</PresentationFormat>
  <Paragraphs>102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Lesson 10: Data Types (Let’s Talk Slowly 😊)</vt:lpstr>
      <vt:lpstr>What is a Data Type?</vt:lpstr>
      <vt:lpstr>Why Do We Need Data Types?</vt:lpstr>
      <vt:lpstr>Three Basic Data Types We Start With</vt:lpstr>
      <vt:lpstr>int – Whole Numbers 🔢</vt:lpstr>
      <vt:lpstr>float – Decimal Numbers 🔢</vt:lpstr>
      <vt:lpstr>char – Single Character 🔤</vt:lpstr>
      <vt:lpstr>Putting Everything Together</vt:lpstr>
      <vt:lpstr>Common Beginner Mistakes (Totally Normal)</vt:lpstr>
      <vt:lpstr>Quick Revision (Read Calmly)</vt:lpstr>
      <vt:lpstr>Teacher’s Note ❤️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Chinnam, Nagendra</cp:lastModifiedBy>
  <cp:revision>3</cp:revision>
  <dcterms:created xsi:type="dcterms:W3CDTF">2013-01-27T09:14:16Z</dcterms:created>
  <dcterms:modified xsi:type="dcterms:W3CDTF">2026-04-23T03:01:55Z</dcterms:modified>
  <cp:category/>
</cp:coreProperties>
</file>