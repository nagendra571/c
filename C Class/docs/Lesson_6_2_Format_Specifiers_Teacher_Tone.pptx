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6.1: Understanding Format Specifiers 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Take a breath.</a:t>
            </a:r>
          </a:p>
          <a:p/>
          <a:p>
            <a:r>
              <a:t>Today we are learning something small but VERY powerful.</a:t>
            </a:r>
          </a:p>
          <a:p/>
          <a:p>
            <a:r>
              <a:t>These symbols help printf() understand WHAT to print.</a:t>
            </a:r>
          </a:p>
          <a:p>
            <a:r>
              <a:t>No rush. We’ll go slowly 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These % Symbols?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you see %d, %f, %c...</a:t>
            </a:r>
          </a:p>
          <a:p/>
          <a:p>
            <a:r>
              <a:t>They are like instructions.</a:t>
            </a:r>
          </a:p>
          <a:p/>
          <a:p>
            <a:r>
              <a:t>They tell printf():</a:t>
            </a:r>
          </a:p>
          <a:p>
            <a:r>
              <a:t>👉 What kind of data is coming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%d and %i → Integers 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whole numbers.</a:t>
            </a:r>
          </a:p>
          <a:p/>
          <a:p>
            <a:r>
              <a:t>Example:</a:t>
            </a:r>
          </a:p>
          <a:p>
            <a:r>
              <a:t>printf("%d", 10);</a:t>
            </a:r>
          </a:p>
          <a:p/>
          <a:p>
            <a:r>
              <a:t>Both %d and %i behave the same for now.</a:t>
            </a:r>
          </a:p>
          <a:p>
            <a:r>
              <a:t>No need to worry about differences 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%f → Decimal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float values.</a:t>
            </a:r>
          </a:p>
          <a:p/>
          <a:p>
            <a:r>
              <a:t>Example:</a:t>
            </a:r>
          </a:p>
          <a:p>
            <a:r>
              <a:t>printf("%f", 3.14);</a:t>
            </a:r>
          </a:p>
          <a:p/>
          <a:p>
            <a:r>
              <a:t>It prints decimal numbers.</a:t>
            </a:r>
          </a:p>
          <a:p>
            <a:r>
              <a:t>Extra zeros are normal 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%c → Single Character 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ONE character.</a:t>
            </a:r>
          </a:p>
          <a:p/>
          <a:p>
            <a:r>
              <a:t>Example:</a:t>
            </a:r>
          </a:p>
          <a:p>
            <a:r>
              <a:t>printf("%c", 'A');</a:t>
            </a:r>
          </a:p>
          <a:p/>
          <a:p>
            <a:r>
              <a:t>Remember:</a:t>
            </a:r>
          </a:p>
          <a:p>
            <a:r>
              <a:t>Single quotes for char → 'A'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%s → String (Word or Sentence)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multiple characters (text).</a:t>
            </a:r>
          </a:p>
          <a:p/>
          <a:p>
            <a:r>
              <a:t>Example:</a:t>
            </a:r>
          </a:p>
          <a:p>
            <a:r>
              <a:t>printf("%s", "Hello");</a:t>
            </a:r>
          </a:p>
          <a:p/>
          <a:p>
            <a:r>
              <a:t>Double quotes for string → "Hello"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%u → Unsigned 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positive numbers only.</a:t>
            </a:r>
          </a:p>
          <a:p/>
          <a:p>
            <a:r>
              <a:t>Example:</a:t>
            </a:r>
          </a:p>
          <a:p>
            <a:r>
              <a:t>printf("%u", 25);</a:t>
            </a:r>
          </a:p>
          <a:p/>
          <a:p>
            <a:r>
              <a:t>No negative values here 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%x / %X → Hexadecimal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special number system (base 16).</a:t>
            </a:r>
          </a:p>
          <a:p/>
          <a:p>
            <a:r>
              <a:t>Example:</a:t>
            </a:r>
          </a:p>
          <a:p>
            <a:r>
              <a:t>printf("%x", 255);</a:t>
            </a:r>
          </a:p>
          <a:p/>
          <a:p>
            <a:r>
              <a:t>Don’t worry about details now.</a:t>
            </a:r>
          </a:p>
          <a:p>
            <a:r>
              <a:t>Just know it exists 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%p → Address (Pointer) 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print memory address.</a:t>
            </a:r>
          </a:p>
          <a:p/>
          <a:p>
            <a:r>
              <a:t>Example:</a:t>
            </a:r>
          </a:p>
          <a:p>
            <a:r>
              <a:t>printf("%p", &amp;age);</a:t>
            </a:r>
          </a:p>
          <a:p/>
          <a:p>
            <a:r>
              <a:t>We’ll learn pointers later.</a:t>
            </a:r>
          </a:p>
          <a:p>
            <a:r>
              <a:t>No pressure now 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%% → Print % Symbol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print % itself.</a:t>
            </a:r>
          </a:p>
          <a:p/>
          <a:p>
            <a:r>
              <a:t>Example:</a:t>
            </a:r>
          </a:p>
          <a:p>
            <a:r>
              <a:t>printf("100%%");</a:t>
            </a:r>
          </a:p>
          <a:p/>
          <a:p>
            <a:r>
              <a:t>Output:</a:t>
            </a:r>
          </a:p>
          <a:p>
            <a:r>
              <a:t>100%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Calm Revision 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%d / %i → integer</a:t>
            </a:r>
          </a:p>
          <a:p>
            <a:r>
              <a:t>%f → decimal</a:t>
            </a:r>
          </a:p>
          <a:p>
            <a:r>
              <a:t>%c → character</a:t>
            </a:r>
          </a:p>
          <a:p>
            <a:r>
              <a:t>%s → text</a:t>
            </a:r>
          </a:p>
          <a:p>
            <a:r>
              <a:t>%u → positive integer</a:t>
            </a:r>
          </a:p>
          <a:p>
            <a:r>
              <a:t>%x → hex</a:t>
            </a:r>
          </a:p>
          <a:p>
            <a:r>
              <a:t>%p → address</a:t>
            </a:r>
          </a:p>
          <a:p>
            <a:r>
              <a:t>%% → % symbol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Teacher’s Note ❤️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Don’t try to memorize everything today.</a:t>
            </a:r>
          </a:p>
          <a:p/>
          <a:p>
            <a:r>
              <a:t>Just get familiar.</a:t>
            </a:r>
          </a:p>
          <a:p/>
          <a:p>
            <a:r>
              <a:t>We will use these again and again.</a:t>
            </a:r>
          </a:p>
          <a:p>
            <a:r>
              <a:t>Understanding will grow naturally 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