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Level 2 – Lesson 2 😊</a:t>
            </a:r>
          </a:p>
          <a:p>
            <a:r>
              <a:rPr dirty="0"/>
              <a:t>Loops &amp; Repetition (for, while, do-while)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Take a breath.</a:t>
            </a:r>
          </a:p>
          <a:p>
            <a:endParaRPr dirty="0"/>
          </a:p>
          <a:p>
            <a:r>
              <a:rPr dirty="0"/>
              <a:t>Until now:</a:t>
            </a:r>
          </a:p>
          <a:p>
            <a:r>
              <a:rPr dirty="0"/>
              <a:t>• Programs made decisions</a:t>
            </a:r>
          </a:p>
          <a:p>
            <a:endParaRPr dirty="0"/>
          </a:p>
          <a:p>
            <a:r>
              <a:rPr dirty="0"/>
              <a:t>Now:</a:t>
            </a:r>
          </a:p>
          <a:p>
            <a:r>
              <a:rPr dirty="0"/>
              <a:t>👉 Programs will repeat work automatically.</a:t>
            </a:r>
          </a:p>
          <a:p>
            <a:endParaRPr dirty="0"/>
          </a:p>
          <a:p>
            <a:r>
              <a:rPr dirty="0"/>
              <a:t>This is called LOOPING 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Loops?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writing:</a:t>
            </a:r>
          </a:p>
          <a:p>
            <a:r>
              <a:t>printf("Hello");</a:t>
            </a:r>
          </a:p>
          <a:p>
            <a:r>
              <a:t>10 times manually 😵</a:t>
            </a:r>
          </a:p>
          <a:p>
            <a:endParaRPr/>
          </a:p>
          <a:p>
            <a:r>
              <a:t>Very tiring.</a:t>
            </a:r>
          </a:p>
          <a:p>
            <a:endParaRPr/>
          </a:p>
          <a:p>
            <a:r>
              <a:t>Instead:</a:t>
            </a:r>
          </a:p>
          <a:p>
            <a:r>
              <a:t>👉 We ask computer to repeat the work for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of brushing teeth.</a:t>
            </a:r>
          </a:p>
          <a:p>
            <a:endParaRPr/>
          </a:p>
          <a:p>
            <a:r>
              <a:t>You move the brush again and again.</a:t>
            </a:r>
          </a:p>
          <a:p>
            <a:endParaRPr/>
          </a:p>
          <a:p>
            <a:r>
              <a:t>Same action → repeated many times.</a:t>
            </a:r>
          </a:p>
          <a:p>
            <a:endParaRPr/>
          </a:p>
          <a:p>
            <a:r>
              <a:t>Loops help computers repeat tasks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loop means:</a:t>
            </a:r>
          </a:p>
          <a:p>
            <a:r>
              <a:t>👉 Repeat something until condition becomes false.</a:t>
            </a:r>
          </a:p>
          <a:p>
            <a:endParaRPr/>
          </a:p>
          <a:p>
            <a:r>
              <a:t>Very simple idea:</a:t>
            </a:r>
          </a:p>
          <a:p>
            <a:r>
              <a:t>• Check condition</a:t>
            </a:r>
          </a:p>
          <a:p>
            <a:r>
              <a:t>• Do work</a:t>
            </a:r>
          </a:p>
          <a:p>
            <a:r>
              <a:t>•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dirty="0"/>
              <a:t>for</a:t>
            </a:r>
            <a:r>
              <a:rPr lang="en-US" dirty="0"/>
              <a:t>"</a:t>
            </a:r>
            <a:r>
              <a:rPr dirty="0"/>
              <a:t> Loop (Most Popular)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 loop is used when:</a:t>
            </a:r>
          </a:p>
          <a:p>
            <a:r>
              <a:rPr dirty="0"/>
              <a:t>👉 We know how many times to repeat.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=1; </a:t>
            </a:r>
            <a:r>
              <a:rPr dirty="0" err="1"/>
              <a:t>i</a:t>
            </a:r>
            <a:r>
              <a:rPr dirty="0"/>
              <a:t>&lt;=5;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("Hello\n");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for Loop Slowly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for(initialization; condition; update)</a:t>
            </a:r>
          </a:p>
          <a:p>
            <a:endParaRPr/>
          </a:p>
          <a:p>
            <a:r>
              <a:t>• initialization → starting point</a:t>
            </a:r>
          </a:p>
          <a:p>
            <a:r>
              <a:t>• condition → when to stop</a:t>
            </a:r>
          </a:p>
          <a:p>
            <a:r>
              <a:t>• update → move forward</a:t>
            </a:r>
          </a:p>
          <a:p>
            <a:endParaRPr/>
          </a:p>
          <a:p>
            <a:r>
              <a:t>No need to memorize today 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for Loop Runs 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by step:</a:t>
            </a:r>
          </a:p>
          <a:p>
            <a:r>
              <a:t>• i starts at 1</a:t>
            </a:r>
          </a:p>
          <a:p>
            <a:r>
              <a:t>• condition checked</a:t>
            </a:r>
          </a:p>
          <a:p>
            <a:r>
              <a:t>• prints Hello</a:t>
            </a:r>
          </a:p>
          <a:p>
            <a:r>
              <a:t>• i increases</a:t>
            </a:r>
          </a:p>
          <a:p>
            <a:r>
              <a:t>• repeats again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loop is used when:</a:t>
            </a:r>
          </a:p>
          <a:p>
            <a:r>
              <a:t>👉 We do NOT know exact repetitions.</a:t>
            </a:r>
          </a:p>
          <a:p>
            <a:endParaRPr/>
          </a:p>
          <a:p>
            <a:r>
              <a:t>Example:</a:t>
            </a:r>
          </a:p>
          <a:p>
            <a:r>
              <a:t>int i = 1;</a:t>
            </a:r>
          </a:p>
          <a:p>
            <a:r>
              <a:t>while(i &lt;= 5) {</a:t>
            </a:r>
          </a:p>
          <a:p>
            <a:r>
              <a:t>    printf("Hi\n");</a:t>
            </a:r>
          </a:p>
          <a:p>
            <a:r>
              <a:t>    i++;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while Loop Idea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important:</a:t>
            </a:r>
          </a:p>
          <a:p>
            <a:r>
              <a:t>👉 Value must change inside loop.</a:t>
            </a:r>
          </a:p>
          <a:p>
            <a:endParaRPr/>
          </a:p>
          <a:p>
            <a:r>
              <a:t>Otherwise:</a:t>
            </a:r>
          </a:p>
          <a:p>
            <a:r>
              <a:t>❌ Infinite loop happens</a:t>
            </a:r>
          </a:p>
          <a:p>
            <a:endParaRPr/>
          </a:p>
          <a:p>
            <a:r>
              <a:t>Computer keeps repeating forever 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 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do-while is special.</a:t>
            </a:r>
          </a:p>
          <a:p>
            <a:endParaRPr/>
          </a:p>
          <a:p>
            <a:r>
              <a:t>👉 It runs AT LEAST one time.</a:t>
            </a:r>
          </a:p>
          <a:p>
            <a:endParaRPr/>
          </a:p>
          <a:p>
            <a:r>
              <a:t>Example:</a:t>
            </a:r>
          </a:p>
          <a:p>
            <a:r>
              <a:t>do {</a:t>
            </a:r>
          </a:p>
          <a:p>
            <a:r>
              <a:t>   printf("Hello");</a:t>
            </a:r>
          </a:p>
          <a:p>
            <a:r>
              <a:t>} while(condition);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while and do-while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while:</a:t>
            </a:r>
          </a:p>
          <a:p>
            <a:r>
              <a:t>• checks condition FIRST</a:t>
            </a:r>
          </a:p>
          <a:p>
            <a:endParaRPr/>
          </a:p>
          <a:p>
            <a:r>
              <a:t> do-while:</a:t>
            </a:r>
          </a:p>
          <a:p>
            <a:r>
              <a:t>• runs first</a:t>
            </a:r>
          </a:p>
          <a:p>
            <a:r>
              <a:t>• checks condition later</a:t>
            </a:r>
          </a:p>
          <a:p>
            <a:endParaRPr/>
          </a:p>
          <a:p>
            <a:r>
              <a:t>Tiny difference, very important 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About for-each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note 😊</a:t>
            </a:r>
          </a:p>
          <a:p>
            <a:endParaRPr/>
          </a:p>
          <a:p>
            <a:r>
              <a:t>Traditional C language does NOT have for-each loop like Java/Python.</a:t>
            </a:r>
          </a:p>
          <a:p>
            <a:endParaRPr/>
          </a:p>
          <a:p>
            <a:r>
              <a:t>Later languages added it.</a:t>
            </a:r>
          </a:p>
          <a:p>
            <a:endParaRPr/>
          </a:p>
          <a:p>
            <a:r>
              <a:t>In C, we mainly use:</a:t>
            </a:r>
          </a:p>
          <a:p>
            <a:r>
              <a:t>• for</a:t>
            </a:r>
          </a:p>
          <a:p>
            <a:r>
              <a:t>• while</a:t>
            </a:r>
          </a:p>
          <a:p>
            <a:r>
              <a:t>• do-while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 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Forgetting i++</a:t>
            </a:r>
          </a:p>
          <a:p>
            <a:r>
              <a:t>• Wrong condition</a:t>
            </a:r>
          </a:p>
          <a:p>
            <a:r>
              <a:t>• Missing semicolon</a:t>
            </a:r>
          </a:p>
          <a:p>
            <a:r>
              <a:t>• Infinite loops</a:t>
            </a:r>
          </a:p>
          <a:p>
            <a:r>
              <a:t>• Confusing = and 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Calm Revision 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→ known repetitions</a:t>
            </a:r>
          </a:p>
          <a:p>
            <a:r>
              <a:t>while → condition-based repetition</a:t>
            </a:r>
          </a:p>
          <a:p>
            <a:r>
              <a:t> do-while → runs at least once</a:t>
            </a:r>
          </a:p>
          <a:p>
            <a:endParaRPr/>
          </a:p>
          <a:p>
            <a:r>
              <a:t>Loops save time and reduce repeated code 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worry if loops feel confusing first.</a:t>
            </a:r>
          </a:p>
          <a:p>
            <a:endParaRPr/>
          </a:p>
          <a:p>
            <a:r>
              <a:t>Almost every student struggles initially.</a:t>
            </a:r>
          </a:p>
          <a:p>
            <a:endParaRPr/>
          </a:p>
          <a:p>
            <a:r>
              <a:t>One day suddenly:</a:t>
            </a:r>
          </a:p>
          <a:p>
            <a:r>
              <a:t>👉 Everything clicks together.</a:t>
            </a:r>
          </a:p>
          <a:p>
            <a:endParaRPr/>
          </a:p>
          <a:p>
            <a:r>
              <a:t>You’re doing GREAT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484</Words>
  <Application>Microsoft Office PowerPoint</Application>
  <PresentationFormat>On-screen Show (4:3)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Level 2 – Lesson 2 😊 Loops &amp; Repetition (for, while, do-while)</vt:lpstr>
      <vt:lpstr>Why Do We Need Loops? 🤔</vt:lpstr>
      <vt:lpstr>Real-Life Analogy 🔄</vt:lpstr>
      <vt:lpstr>What is a Loop?</vt:lpstr>
      <vt:lpstr>“for" Loop (Most Popular) ⭐</vt:lpstr>
      <vt:lpstr>Understanding for Loop Slowly</vt:lpstr>
      <vt:lpstr>How for Loop Runs 👣</vt:lpstr>
      <vt:lpstr>while Loop 😊</vt:lpstr>
      <vt:lpstr>Important while Loop Idea ⚠️</vt:lpstr>
      <vt:lpstr>do-while Loop 🙂</vt:lpstr>
      <vt:lpstr>Difference Between while and do-while</vt:lpstr>
      <vt:lpstr>What About for-each Loop?</vt:lpstr>
      <vt:lpstr>Common Beginner Mistakes 🚫</vt:lpstr>
      <vt:lpstr>Quick Calm Revision 🌱</vt:lpstr>
      <vt:lpstr>Teacher’s Note ❤️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2</cp:revision>
  <dcterms:created xsi:type="dcterms:W3CDTF">2013-01-27T09:14:16Z</dcterms:created>
  <dcterms:modified xsi:type="dcterms:W3CDTF">2026-05-11T01:47:11Z</dcterms:modified>
  <cp:category/>
</cp:coreProperties>
</file>