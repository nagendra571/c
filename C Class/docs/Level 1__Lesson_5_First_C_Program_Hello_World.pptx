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C Program – 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Write first C program</a:t>
            </a:r>
          </a:p>
          <a:p>
            <a:r>
              <a:t>• Understand each line</a:t>
            </a:r>
          </a:p>
          <a:p>
            <a:r>
              <a:t>• Run the program successfully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Hello World?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program for beginners</a:t>
            </a:r>
          </a:p>
          <a:p>
            <a:r>
              <a:t>• Checks compiler setup</a:t>
            </a:r>
          </a:p>
          <a:p>
            <a:r>
              <a:t>• Simple greeting message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New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Code::Blocks</a:t>
            </a:r>
          </a:p>
          <a:p>
            <a:r>
              <a:t>• File → New → Project</a:t>
            </a:r>
          </a:p>
          <a:p>
            <a:r>
              <a:t>• Console Application → C</a:t>
            </a:r>
          </a:p>
          <a:p>
            <a:r>
              <a:t>• Name: HelloWorld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World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#include &lt;</a:t>
            </a:r>
            <a:r>
              <a:rPr dirty="0" err="1"/>
              <a:t>stdio.h</a:t>
            </a:r>
            <a:r>
              <a:rPr dirty="0"/>
              <a:t>&gt;</a:t>
            </a:r>
            <a:r>
              <a:rPr lang="en-US" dirty="0"/>
              <a:t>   1</a:t>
            </a:r>
            <a:endParaRPr dirty="0"/>
          </a:p>
          <a:p>
            <a:endParaRPr dirty="0"/>
          </a:p>
          <a:p>
            <a:r>
              <a:rPr dirty="0"/>
              <a:t>int main() {</a:t>
            </a:r>
            <a:r>
              <a:rPr lang="en-US" dirty="0"/>
              <a:t>   2</a:t>
            </a:r>
            <a:endParaRPr dirty="0"/>
          </a:p>
          <a:p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("Hello World");</a:t>
            </a:r>
            <a:r>
              <a:rPr lang="en-US" dirty="0"/>
              <a:t>  4</a:t>
            </a:r>
            <a:endParaRPr dirty="0"/>
          </a:p>
          <a:p>
            <a:r>
              <a:rPr dirty="0"/>
              <a:t>    return 0;</a:t>
            </a:r>
            <a:r>
              <a:rPr lang="en-US" dirty="0"/>
              <a:t>  3</a:t>
            </a:r>
            <a:endParaRPr dirty="0"/>
          </a:p>
          <a:p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1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#include &lt;</a:t>
            </a:r>
            <a:r>
              <a:rPr dirty="0" err="1"/>
              <a:t>stdio.h</a:t>
            </a:r>
            <a:r>
              <a:rPr dirty="0"/>
              <a:t>&gt;</a:t>
            </a:r>
          </a:p>
          <a:p>
            <a:r>
              <a:rPr lang="en-US" dirty="0"/>
              <a:t>In C programming, the #</a:t>
            </a:r>
            <a:r>
              <a:rPr lang="en-US" b="1" dirty="0"/>
              <a:t>include</a:t>
            </a:r>
            <a:r>
              <a:rPr lang="en-US" dirty="0"/>
              <a:t> directive is very important to integrate any external files (header files) into a program.</a:t>
            </a:r>
          </a:p>
          <a:p>
            <a:r>
              <a:rPr lang="en-US" dirty="0"/>
              <a:t>In above line, programmer is trying to integrate an external file called </a:t>
            </a:r>
            <a:r>
              <a:rPr lang="en-US" dirty="0" err="1"/>
              <a:t>stdio</a:t>
            </a:r>
            <a:r>
              <a:rPr lang="en-US" dirty="0"/>
              <a:t> into </a:t>
            </a:r>
            <a:r>
              <a:rPr lang="en-US" dirty="0" err="1"/>
              <a:t>hello.c</a:t>
            </a:r>
            <a:r>
              <a:rPr lang="en-US" dirty="0"/>
              <a:t> program.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Program starts from main()</a:t>
            </a:r>
          </a:p>
          <a:p>
            <a:r>
              <a:rPr dirty="0"/>
              <a:t>Every C program has main()</a:t>
            </a:r>
          </a:p>
          <a:p>
            <a:r>
              <a:rPr dirty="0"/>
              <a:t>Opening and closing braces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Prints text on screen</a:t>
            </a:r>
          </a:p>
          <a:p>
            <a:r>
              <a:rPr dirty="0"/>
              <a:t>Text inside double quotes</a:t>
            </a:r>
          </a:p>
          <a:p>
            <a:r>
              <a:rPr dirty="0"/>
              <a:t>Semicolon ends statement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0;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 ended successfully</a:t>
            </a:r>
          </a:p>
          <a:p>
            <a:r>
              <a:t>• Tells computer everything is 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the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Click Build → Run</a:t>
            </a:r>
          </a:p>
          <a:p>
            <a:r>
              <a:t>• Or press F9</a:t>
            </a:r>
          </a:p>
          <a:p>
            <a:r>
              <a:t>• Output appears on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Beginner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semicolon</a:t>
            </a:r>
          </a:p>
          <a:p>
            <a:r>
              <a:t>• Wrong spelling of printf</a:t>
            </a:r>
          </a:p>
          <a:p>
            <a:r>
              <a:t>• Missing double quotes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C program completed</a:t>
            </a:r>
          </a:p>
          <a:p>
            <a:r>
              <a:t>• Code runs successfully</a:t>
            </a:r>
          </a:p>
          <a:p>
            <a:r>
              <a:t>• You are a beginner programmer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243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Your First C Program – Hello World</vt:lpstr>
      <vt:lpstr>What is Hello World?</vt:lpstr>
      <vt:lpstr>Creating a New Project</vt:lpstr>
      <vt:lpstr>Hello World Program</vt:lpstr>
      <vt:lpstr>Line 1 Explanation</vt:lpstr>
      <vt:lpstr>main() Function</vt:lpstr>
      <vt:lpstr>printf Statement</vt:lpstr>
      <vt:lpstr>return 0;</vt:lpstr>
      <vt:lpstr>Running the Program</vt:lpstr>
      <vt:lpstr>Common Beginner Mistakes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Chinnam, Nagendra</cp:lastModifiedBy>
  <cp:revision>5</cp:revision>
  <dcterms:created xsi:type="dcterms:W3CDTF">2013-01-27T09:14:16Z</dcterms:created>
  <dcterms:modified xsi:type="dcterms:W3CDTF">2026-03-30T01:40:32Z</dcterms:modified>
  <cp:category/>
</cp:coreProperties>
</file>