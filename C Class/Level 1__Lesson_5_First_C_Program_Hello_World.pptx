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C Program – Hello World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Write first C program</a:t>
            </a:r>
          </a:p>
          <a:p>
            <a:r>
              <a:t>• Understand each line</a:t>
            </a:r>
          </a:p>
          <a:p>
            <a:r>
              <a:t>• Run the program successfully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Hello World?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program for beginners</a:t>
            </a:r>
          </a:p>
          <a:p>
            <a:r>
              <a:t>• Checks compiler setup</a:t>
            </a:r>
          </a:p>
          <a:p>
            <a:r>
              <a:t>• Simple greeting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New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 Code::Blocks</a:t>
            </a:r>
          </a:p>
          <a:p>
            <a:r>
              <a:t>• File → New → Project</a:t>
            </a:r>
          </a:p>
          <a:p>
            <a:r>
              <a:t>• Console Application → C</a:t>
            </a:r>
          </a:p>
          <a:p>
            <a:r>
              <a:t>• Name: HelloWorld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 World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/>
          <a:p>
            <a:r>
              <a:t>int main() {</a:t>
            </a:r>
          </a:p>
          <a:p>
            <a:r>
              <a:t>    printf("Hello World");</a:t>
            </a:r>
          </a:p>
          <a:p>
            <a:r>
              <a:t>   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 1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&lt;stdio.h&gt;</a:t>
            </a:r>
          </a:p>
          <a:p>
            <a:r>
              <a:t>• Brings printing tools</a:t>
            </a:r>
          </a:p>
          <a:p>
            <a:r>
              <a:t>• Required for printf()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main()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starts from main()</a:t>
            </a:r>
          </a:p>
          <a:p>
            <a:r>
              <a:t>• Every C program has main()</a:t>
            </a:r>
          </a:p>
          <a:p>
            <a:r>
              <a:t>• Opening and closing braces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printf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Prints text on screen</a:t>
            </a:r>
          </a:p>
          <a:p>
            <a:r>
              <a:t>• Text inside double quotes</a:t>
            </a:r>
          </a:p>
          <a:p>
            <a:r>
              <a:t>• Semicolon ends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0;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Program ended successfully</a:t>
            </a:r>
          </a:p>
          <a:p>
            <a:r>
              <a:t>• Tells computer everything is 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the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Click Build → Run</a:t>
            </a:r>
          </a:p>
          <a:p>
            <a:r>
              <a:t>• Or press F9</a:t>
            </a:r>
          </a:p>
          <a:p>
            <a:r>
              <a:t>• Output appears on screen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Beginner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Missing semicolon</a:t>
            </a:r>
          </a:p>
          <a:p>
            <a:r>
              <a:t>• Wrong spelling of printf</a:t>
            </a:r>
          </a:p>
          <a:p>
            <a:r>
              <a:t>• Missing double quotes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C program completed</a:t>
            </a:r>
          </a:p>
          <a:p>
            <a:r>
              <a:t>• Code runs successfully</a:t>
            </a:r>
          </a:p>
          <a:p>
            <a:r>
              <a:t>• You are a beginner programmer 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