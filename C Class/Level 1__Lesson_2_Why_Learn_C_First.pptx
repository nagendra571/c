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Should We Learn C First?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why C is important</a:t>
            </a:r>
          </a:p>
          <a:p>
            <a:r>
              <a:t>• Learn why C is taught first</a:t>
            </a:r>
          </a:p>
          <a:p>
            <a:r>
              <a:t>• Build strong programming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 Before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 we start driving with a race car?</a:t>
            </a:r>
          </a:p>
          <a:p>
            <a:r>
              <a:t>• No, we start slow and basic</a:t>
            </a:r>
          </a:p>
          <a:p>
            <a:r>
              <a:t>• C is the beginner-friendly foundation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Learning C First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using C forever</a:t>
            </a:r>
          </a:p>
          <a:p>
            <a:r>
              <a:t>• Understanding how computers work</a:t>
            </a:r>
          </a:p>
          <a:p>
            <a:r>
              <a:t>• Making future learning easier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Building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Foundation = C Language</a:t>
            </a:r>
          </a:p>
          <a:p>
            <a:r>
              <a:t>• Walls = C++, Java</a:t>
            </a:r>
          </a:p>
          <a:p>
            <a:r>
              <a:t>• Paint = Python</a:t>
            </a:r>
          </a:p>
          <a:p>
            <a:r>
              <a:t>• Strong base makes everything easy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 Is Special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is very clear and strict</a:t>
            </a:r>
          </a:p>
          <a:p>
            <a:r>
              <a:t>• Teaches clear thinking</a:t>
            </a:r>
          </a:p>
          <a:p>
            <a:r>
              <a:t>• Improves logic and discipline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and Memory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Memory is computer’s notebook</a:t>
            </a:r>
          </a:p>
          <a:p>
            <a:r>
              <a:t>• C shows how data is stored</a:t>
            </a:r>
          </a:p>
          <a:p>
            <a:r>
              <a:t>• Later languages hide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Makes You Brave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Errors are normal</a:t>
            </a:r>
          </a:p>
          <a:p>
            <a:r>
              <a:t>• C teaches problem solving</a:t>
            </a:r>
          </a:p>
          <a:p>
            <a:r>
              <a:t>• Fear of programming goes away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Other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– foundation</a:t>
            </a:r>
          </a:p>
          <a:p>
            <a:r>
              <a:t>• Python – easy writing</a:t>
            </a:r>
          </a:p>
          <a:p>
            <a:r>
              <a:t>• Java – large applications</a:t>
            </a:r>
          </a:p>
          <a:p>
            <a:r>
              <a:t>• Knowing C helps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builds strong foundation</a:t>
            </a:r>
          </a:p>
          <a:p>
            <a:r>
              <a:t>• C explains computer internals</a:t>
            </a:r>
          </a:p>
          <a:p>
            <a:r>
              <a:t>• Learning C first is smart choice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