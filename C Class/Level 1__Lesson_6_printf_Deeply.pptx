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printf()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Lesson Objective:</a:t>
            </a:r>
          </a:p>
          <a:p>
            <a:r>
              <a:t>• Learn what printf() does</a:t>
            </a:r>
          </a:p>
          <a:p>
            <a:r>
              <a:t>• Print text and numbers</a:t>
            </a:r>
          </a:p>
          <a:p>
            <a:r>
              <a:t>• Use new lines properly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printf()?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printf() prints output on screen</a:t>
            </a:r>
          </a:p>
          <a:p>
            <a:r>
              <a:t>• Helps program talk to user</a:t>
            </a:r>
          </a:p>
          <a:p>
            <a:r>
              <a:t>• Without printf(), program is silent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Printing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printf("Hello World");</a:t>
            </a:r>
          </a:p>
          <a:p>
            <a:r>
              <a:t>• Text must be inside double quotes</a:t>
            </a:r>
          </a:p>
          <a:p>
            <a:r>
              <a:t>• Prints exactly what you write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Printing New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\n means new line</a:t>
            </a:r>
          </a:p>
          <a:p>
            <a:r>
              <a:t>• Similar to pressing Enter 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Printing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printf("%d", 10);</a:t>
            </a:r>
          </a:p>
          <a:p>
            <a:r>
              <a:t>• %d is used for numbers</a:t>
            </a:r>
          </a:p>
          <a:p>
            <a:r>
              <a:t>• Acts like a placeholder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+ Number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printf("I am %d years old", 12);</a:t>
            </a:r>
          </a:p>
          <a:p>
            <a:r>
              <a:t>• %d replaced by number</a:t>
            </a:r>
          </a:p>
          <a:p>
            <a:r>
              <a:t>• Very powerful feature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Missing quotes</a:t>
            </a:r>
          </a:p>
          <a:p>
            <a:r>
              <a:t>• Missing %d</a:t>
            </a:r>
          </a:p>
          <a:p>
            <a:r>
              <a:t>• Missing semicolon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printf() prints output</a:t>
            </a:r>
          </a:p>
          <a:p>
            <a:r>
              <a:t>• %d for numbers</a:t>
            </a:r>
          </a:p>
          <a:p>
            <a:r>
              <a:t>• \n for new 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