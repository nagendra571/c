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 Language?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Lesson Objective:</a:t>
            </a:r>
          </a:p>
          <a:p>
            <a:r>
              <a:t>• Understand what C language is</a:t>
            </a:r>
          </a:p>
          <a:p>
            <a:r>
              <a:t>• Learn why it exists</a:t>
            </a:r>
          </a:p>
          <a:p>
            <a:r>
              <a:t>• Remove fear about programming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Truth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Computer does NOT understand English</a:t>
            </a:r>
          </a:p>
          <a:p>
            <a:r>
              <a:t>• Computer understands only 0 and 1</a:t>
            </a:r>
          </a:p>
          <a:p>
            <a:r>
              <a:t>• We need a special language to talk to computers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Programming Language?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 way for humans to talk to computers</a:t>
            </a:r>
          </a:p>
          <a:p>
            <a:r>
              <a:t>• Example: C, C++, Java, Python</a:t>
            </a:r>
          </a:p>
          <a:p>
            <a:r>
              <a:t>• Today we focus on C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 Language?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 is a programming language</a:t>
            </a:r>
          </a:p>
          <a:p>
            <a:r>
              <a:t>• Used to give instructions to a computer</a:t>
            </a:r>
          </a:p>
          <a:p>
            <a:r>
              <a:t>• Very powerful and fast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Real-Life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Think of a robot</a:t>
            </a:r>
          </a:p>
          <a:p>
            <a:r>
              <a:t>• Robot follows instructions exactly</a:t>
            </a:r>
          </a:p>
          <a:p>
            <a:r>
              <a:t>• C gives step-by-step instructions to computers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 Language Was Created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 control computers efficiently</a:t>
            </a:r>
          </a:p>
          <a:p>
            <a:r>
              <a:t>• To work fast</a:t>
            </a:r>
          </a:p>
          <a:p>
            <a:r>
              <a:t>• To manage hardware closely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is C Used?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Operating systems</a:t>
            </a:r>
          </a:p>
          <a:p>
            <a:r>
              <a:t>• Cars and machines</a:t>
            </a:r>
          </a:p>
          <a:p>
            <a:r>
              <a:t>• Medical devices</a:t>
            </a:r>
          </a:p>
          <a:p>
            <a:r>
              <a:t>• Embedded systems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Computer is very strict</a:t>
            </a:r>
          </a:p>
          <a:p>
            <a:r>
              <a:t>• Instructions must be very clear</a:t>
            </a:r>
          </a:p>
          <a:p>
            <a:r>
              <a:t>• C helps us think clearly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 Look at C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#include &lt;stdio.h&gt;</a:t>
            </a:r>
          </a:p>
          <a:p/>
          <a:p>
            <a:r>
              <a:t>int main() {</a:t>
            </a:r>
          </a:p>
          <a:p>
            <a:r>
              <a:t>    printf("Hello");</a:t>
            </a:r>
          </a:p>
          <a:p>
            <a:r>
              <a:t>    return 0;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Computer understands only numbers</a:t>
            </a:r>
          </a:p>
          <a:p>
            <a:r>
              <a:t>• C is used to talk to computers</a:t>
            </a:r>
          </a:p>
          <a:p>
            <a:r>
              <a:t>• No fear – learning happens slowly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