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8: Variables Explained Deeply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Lesson Objective:</a:t>
            </a:r>
          </a:p>
          <a:p>
            <a:r>
              <a:t>• Understand what a variable is</a:t>
            </a:r>
          </a:p>
          <a:p>
            <a:r>
              <a:t>• Learn why variables are needed</a:t>
            </a:r>
          </a:p>
          <a:p>
            <a:r>
              <a:t>• Understand memory boxes 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Variable?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variable is a box in memory</a:t>
            </a:r>
          </a:p>
          <a:p>
            <a:r>
              <a:t>• Used to store information</a:t>
            </a:r>
          </a:p>
          <a:p>
            <a:r>
              <a:t>• Value inside can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Think of labeled boxes</a:t>
            </a:r>
          </a:p>
          <a:p>
            <a:r>
              <a:t>• Each box has a name</a:t>
            </a:r>
          </a:p>
          <a:p>
            <a:r>
              <a:t>• Each box holds one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Variables?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remember data</a:t>
            </a:r>
          </a:p>
          <a:p>
            <a:r>
              <a:t>• To change values easily</a:t>
            </a:r>
          </a:p>
          <a:p>
            <a:r>
              <a:t>• To reuse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age;</a:t>
            </a:r>
          </a:p>
          <a:p>
            <a:r>
              <a:t>• int → number type</a:t>
            </a:r>
          </a:p>
          <a:p>
            <a:r>
              <a:t>• age → name of box</a:t>
            </a:r>
          </a:p>
          <a:p>
            <a:r>
              <a:t>• Box is empty initially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Storing Value in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 = 12;</a:t>
            </a:r>
          </a:p>
          <a:p>
            <a:r>
              <a:t>• Value 12 stored in age box</a:t>
            </a:r>
          </a:p>
          <a:p>
            <a:r>
              <a:t>• Box now holds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Declaration vs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Declaration: int age;</a:t>
            </a:r>
          </a:p>
          <a:p>
            <a:r>
              <a:t>• Assignment: age = 12;</a:t>
            </a:r>
          </a:p>
          <a:p>
            <a:r>
              <a:t>• Both are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Declaration + Assignment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age = 12;</a:t>
            </a:r>
          </a:p>
          <a:p>
            <a:r>
              <a:t>• Create box and store value together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Variable with printf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printf("Age is %d", age);</a:t>
            </a:r>
          </a:p>
          <a:p>
            <a:r>
              <a:t>• %d replaced by value inside 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Changing Variable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 = 12;</a:t>
            </a:r>
          </a:p>
          <a:p>
            <a:r>
              <a:t>age = 13;</a:t>
            </a:r>
          </a:p>
          <a:p>
            <a:r>
              <a:t>• Old value replaced by new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Variable is memory box</a:t>
            </a:r>
          </a:p>
          <a:p>
            <a:r>
              <a:t>• Value can change</a:t>
            </a:r>
          </a:p>
          <a:p>
            <a:r>
              <a:t>• Variables are core of 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